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8" r:id="rId5"/>
    <p:sldId id="260" r:id="rId6"/>
    <p:sldId id="261" r:id="rId7"/>
    <p:sldId id="262" r:id="rId8"/>
    <p:sldId id="263" r:id="rId9"/>
    <p:sldId id="268"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D783D7-E88D-426A-9EB9-4F62DE11D7F9}"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2493DFD9-A22C-4493-8CF1-D1FA1DDD7FBF}">
      <dgm:prSet/>
      <dgm:spPr/>
      <dgm:t>
        <a:bodyPr/>
        <a:lstStyle/>
        <a:p>
          <a:r>
            <a:rPr lang="es-CO" noProof="0" dirty="0"/>
            <a:t>Problema General</a:t>
          </a:r>
        </a:p>
      </dgm:t>
    </dgm:pt>
    <dgm:pt modelId="{CA15D181-098C-4353-882C-E33214090A38}" type="parTrans" cxnId="{3D1AFC0F-857D-4E9B-8C5C-0522B6DE467D}">
      <dgm:prSet/>
      <dgm:spPr/>
      <dgm:t>
        <a:bodyPr/>
        <a:lstStyle/>
        <a:p>
          <a:endParaRPr lang="en-US"/>
        </a:p>
      </dgm:t>
    </dgm:pt>
    <dgm:pt modelId="{CFDD3326-3927-4648-B572-B9A6EA6B0B55}" type="sibTrans" cxnId="{3D1AFC0F-857D-4E9B-8C5C-0522B6DE467D}">
      <dgm:prSet/>
      <dgm:spPr/>
      <dgm:t>
        <a:bodyPr/>
        <a:lstStyle/>
        <a:p>
          <a:endParaRPr lang="en-US"/>
        </a:p>
      </dgm:t>
    </dgm:pt>
    <dgm:pt modelId="{8598B105-CD43-4BE9-B9BC-489F266071CD}">
      <dgm:prSet/>
      <dgm:spPr/>
      <dgm:t>
        <a:bodyPr/>
        <a:lstStyle/>
        <a:p>
          <a:r>
            <a:rPr lang="es-CO" noProof="0" dirty="0"/>
            <a:t>Fases</a:t>
          </a:r>
        </a:p>
      </dgm:t>
    </dgm:pt>
    <dgm:pt modelId="{F3B30A64-9D38-4971-B25C-44BD4B55EEC3}" type="parTrans" cxnId="{02A29E68-7A31-4BEB-A0E7-FD51FA1BEAD7}">
      <dgm:prSet/>
      <dgm:spPr/>
      <dgm:t>
        <a:bodyPr/>
        <a:lstStyle/>
        <a:p>
          <a:endParaRPr lang="en-US"/>
        </a:p>
      </dgm:t>
    </dgm:pt>
    <dgm:pt modelId="{9AF7D542-1874-4A1C-B852-8F99E5201DA4}" type="sibTrans" cxnId="{02A29E68-7A31-4BEB-A0E7-FD51FA1BEAD7}">
      <dgm:prSet/>
      <dgm:spPr/>
      <dgm:t>
        <a:bodyPr/>
        <a:lstStyle/>
        <a:p>
          <a:endParaRPr lang="en-US"/>
        </a:p>
      </dgm:t>
    </dgm:pt>
    <dgm:pt modelId="{B648D2EF-0208-47C4-B90C-2798564DE390}">
      <dgm:prSet/>
      <dgm:spPr/>
      <dgm:t>
        <a:bodyPr/>
        <a:lstStyle/>
        <a:p>
          <a:r>
            <a:rPr lang="es-CO" noProof="0" dirty="0"/>
            <a:t>Data</a:t>
          </a:r>
        </a:p>
      </dgm:t>
    </dgm:pt>
    <dgm:pt modelId="{72FAAAAF-77F0-4B41-8C28-E2F8C38BD7BF}" type="parTrans" cxnId="{F53469BB-5F64-4F3C-B4D6-B3BF331B1053}">
      <dgm:prSet/>
      <dgm:spPr/>
      <dgm:t>
        <a:bodyPr/>
        <a:lstStyle/>
        <a:p>
          <a:endParaRPr lang="en-US"/>
        </a:p>
      </dgm:t>
    </dgm:pt>
    <dgm:pt modelId="{422C2DBD-442F-43F6-A6B0-6EDA327845BF}" type="sibTrans" cxnId="{F53469BB-5F64-4F3C-B4D6-B3BF331B1053}">
      <dgm:prSet/>
      <dgm:spPr/>
      <dgm:t>
        <a:bodyPr/>
        <a:lstStyle/>
        <a:p>
          <a:endParaRPr lang="en-US"/>
        </a:p>
      </dgm:t>
    </dgm:pt>
    <dgm:pt modelId="{F6D31245-2A19-4978-929A-D12437A082F6}">
      <dgm:prSet/>
      <dgm:spPr/>
      <dgm:t>
        <a:bodyPr/>
        <a:lstStyle/>
        <a:p>
          <a:r>
            <a:rPr lang="es-CO" noProof="0" dirty="0"/>
            <a:t>Modelado</a:t>
          </a:r>
        </a:p>
      </dgm:t>
    </dgm:pt>
    <dgm:pt modelId="{E8F1F7B5-DB95-47DE-BC45-6A4F6C1E5E16}" type="parTrans" cxnId="{DA8803D6-4964-4988-96BF-9290831EB649}">
      <dgm:prSet/>
      <dgm:spPr/>
      <dgm:t>
        <a:bodyPr/>
        <a:lstStyle/>
        <a:p>
          <a:endParaRPr lang="en-US"/>
        </a:p>
      </dgm:t>
    </dgm:pt>
    <dgm:pt modelId="{030C94EC-A055-4791-8A9B-CD10226479FF}" type="sibTrans" cxnId="{DA8803D6-4964-4988-96BF-9290831EB649}">
      <dgm:prSet/>
      <dgm:spPr/>
      <dgm:t>
        <a:bodyPr/>
        <a:lstStyle/>
        <a:p>
          <a:endParaRPr lang="en-US"/>
        </a:p>
      </dgm:t>
    </dgm:pt>
    <dgm:pt modelId="{4FE08504-060D-4891-A9C8-180B90E61695}">
      <dgm:prSet/>
      <dgm:spPr/>
      <dgm:t>
        <a:bodyPr/>
        <a:lstStyle/>
        <a:p>
          <a:r>
            <a:rPr lang="es-CO" noProof="0" dirty="0"/>
            <a:t>Despliegue</a:t>
          </a:r>
        </a:p>
      </dgm:t>
    </dgm:pt>
    <dgm:pt modelId="{7BD3D1BF-8BF1-43B9-96FA-A4BEEC8B0A52}" type="parTrans" cxnId="{66C1AD69-F33E-4AE6-9755-DB3175DCB5B6}">
      <dgm:prSet/>
      <dgm:spPr/>
      <dgm:t>
        <a:bodyPr/>
        <a:lstStyle/>
        <a:p>
          <a:endParaRPr lang="en-US"/>
        </a:p>
      </dgm:t>
    </dgm:pt>
    <dgm:pt modelId="{D7974099-1C44-433C-8A4D-832074C8083C}" type="sibTrans" cxnId="{66C1AD69-F33E-4AE6-9755-DB3175DCB5B6}">
      <dgm:prSet/>
      <dgm:spPr/>
      <dgm:t>
        <a:bodyPr/>
        <a:lstStyle/>
        <a:p>
          <a:endParaRPr lang="en-US"/>
        </a:p>
      </dgm:t>
    </dgm:pt>
    <dgm:pt modelId="{4A184556-38E6-49F2-ADB8-86F824912821}">
      <dgm:prSet/>
      <dgm:spPr/>
      <dgm:t>
        <a:bodyPr/>
        <a:lstStyle/>
        <a:p>
          <a:r>
            <a:rPr lang="es-CO" noProof="0" dirty="0"/>
            <a:t>Monitoreo</a:t>
          </a:r>
        </a:p>
      </dgm:t>
    </dgm:pt>
    <dgm:pt modelId="{BA464FBE-D0F4-4BCC-8DB2-0344544CFC79}" type="parTrans" cxnId="{CED1894E-D9BE-432F-ADF9-BA071A8E8895}">
      <dgm:prSet/>
      <dgm:spPr/>
      <dgm:t>
        <a:bodyPr/>
        <a:lstStyle/>
        <a:p>
          <a:endParaRPr lang="en-US"/>
        </a:p>
      </dgm:t>
    </dgm:pt>
    <dgm:pt modelId="{4064FA09-1761-467A-8A38-532F2619723A}" type="sibTrans" cxnId="{CED1894E-D9BE-432F-ADF9-BA071A8E8895}">
      <dgm:prSet/>
      <dgm:spPr/>
      <dgm:t>
        <a:bodyPr/>
        <a:lstStyle/>
        <a:p>
          <a:endParaRPr lang="en-US"/>
        </a:p>
      </dgm:t>
    </dgm:pt>
    <dgm:pt modelId="{C6191C0E-CB93-424D-AACF-E6BE462B253F}">
      <dgm:prSet/>
      <dgm:spPr/>
      <dgm:t>
        <a:bodyPr/>
        <a:lstStyle/>
        <a:p>
          <a:r>
            <a:rPr lang="es-CO" noProof="0" dirty="0"/>
            <a:t>Propuesta</a:t>
          </a:r>
        </a:p>
      </dgm:t>
    </dgm:pt>
    <dgm:pt modelId="{7F9038EE-DFB7-4A82-A9F2-D60ADF8C62F3}" type="parTrans" cxnId="{FC1D048E-0220-4A00-896B-74650DEC548E}">
      <dgm:prSet/>
      <dgm:spPr/>
      <dgm:t>
        <a:bodyPr/>
        <a:lstStyle/>
        <a:p>
          <a:endParaRPr lang="en-US"/>
        </a:p>
      </dgm:t>
    </dgm:pt>
    <dgm:pt modelId="{B7F19E18-8275-47F0-BADA-43C406FC32ED}" type="sibTrans" cxnId="{FC1D048E-0220-4A00-896B-74650DEC548E}">
      <dgm:prSet/>
      <dgm:spPr/>
      <dgm:t>
        <a:bodyPr/>
        <a:lstStyle/>
        <a:p>
          <a:endParaRPr lang="en-US"/>
        </a:p>
      </dgm:t>
    </dgm:pt>
    <dgm:pt modelId="{AB5771D6-6B4C-4FA2-B91B-A4B82B5A3602}">
      <dgm:prSet/>
      <dgm:spPr/>
      <dgm:t>
        <a:bodyPr/>
        <a:lstStyle/>
        <a:p>
          <a:r>
            <a:rPr lang="es-CO" noProof="0"/>
            <a:t>Supuestos</a:t>
          </a:r>
          <a:endParaRPr lang="es-CO" noProof="0" dirty="0"/>
        </a:p>
      </dgm:t>
    </dgm:pt>
    <dgm:pt modelId="{561F2E6B-FEF5-4D1C-8C48-96A0A36914CE}" type="parTrans" cxnId="{F53286DF-1FED-4902-BF58-E079D1772DCE}">
      <dgm:prSet/>
      <dgm:spPr/>
      <dgm:t>
        <a:bodyPr/>
        <a:lstStyle/>
        <a:p>
          <a:endParaRPr lang="es-CO"/>
        </a:p>
      </dgm:t>
    </dgm:pt>
    <dgm:pt modelId="{BF110822-F2EB-4220-AA5F-073C01AAEF26}" type="sibTrans" cxnId="{F53286DF-1FED-4902-BF58-E079D1772DCE}">
      <dgm:prSet/>
      <dgm:spPr/>
      <dgm:t>
        <a:bodyPr/>
        <a:lstStyle/>
        <a:p>
          <a:endParaRPr lang="es-CO"/>
        </a:p>
      </dgm:t>
    </dgm:pt>
    <dgm:pt modelId="{72B379DB-F370-4CF5-A6A2-CC4C01F1C110}" type="pres">
      <dgm:prSet presAssocID="{0CD783D7-E88D-426A-9EB9-4F62DE11D7F9}" presName="linear" presStyleCnt="0">
        <dgm:presLayoutVars>
          <dgm:dir/>
          <dgm:animLvl val="lvl"/>
          <dgm:resizeHandles val="exact"/>
        </dgm:presLayoutVars>
      </dgm:prSet>
      <dgm:spPr/>
    </dgm:pt>
    <dgm:pt modelId="{1B457E50-751D-451B-8F09-475054A1A709}" type="pres">
      <dgm:prSet presAssocID="{2493DFD9-A22C-4493-8CF1-D1FA1DDD7FBF}" presName="parentLin" presStyleCnt="0"/>
      <dgm:spPr/>
    </dgm:pt>
    <dgm:pt modelId="{4AB4FDB8-CA82-4FAC-965A-B04CB7684B69}" type="pres">
      <dgm:prSet presAssocID="{2493DFD9-A22C-4493-8CF1-D1FA1DDD7FBF}" presName="parentLeftMargin" presStyleLbl="node1" presStyleIdx="0" presStyleCnt="4"/>
      <dgm:spPr/>
    </dgm:pt>
    <dgm:pt modelId="{47621D38-4343-4F56-B9E5-E8E2C89F754B}" type="pres">
      <dgm:prSet presAssocID="{2493DFD9-A22C-4493-8CF1-D1FA1DDD7FBF}" presName="parentText" presStyleLbl="node1" presStyleIdx="0" presStyleCnt="4">
        <dgm:presLayoutVars>
          <dgm:chMax val="0"/>
          <dgm:bulletEnabled val="1"/>
        </dgm:presLayoutVars>
      </dgm:prSet>
      <dgm:spPr/>
    </dgm:pt>
    <dgm:pt modelId="{ED8AE2C8-33FF-45C4-87D7-2A3B6AB867D1}" type="pres">
      <dgm:prSet presAssocID="{2493DFD9-A22C-4493-8CF1-D1FA1DDD7FBF}" presName="negativeSpace" presStyleCnt="0"/>
      <dgm:spPr/>
    </dgm:pt>
    <dgm:pt modelId="{92312253-5D4D-4DF4-89BE-274365F2DDE6}" type="pres">
      <dgm:prSet presAssocID="{2493DFD9-A22C-4493-8CF1-D1FA1DDD7FBF}" presName="childText" presStyleLbl="conFgAcc1" presStyleIdx="0" presStyleCnt="4">
        <dgm:presLayoutVars>
          <dgm:bulletEnabled val="1"/>
        </dgm:presLayoutVars>
      </dgm:prSet>
      <dgm:spPr/>
    </dgm:pt>
    <dgm:pt modelId="{ADE14451-8932-44C9-A5E7-84931DB463D0}" type="pres">
      <dgm:prSet presAssocID="{CFDD3326-3927-4648-B572-B9A6EA6B0B55}" presName="spaceBetweenRectangles" presStyleCnt="0"/>
      <dgm:spPr/>
    </dgm:pt>
    <dgm:pt modelId="{5418F67D-4B5E-4819-8EE6-9824BD050718}" type="pres">
      <dgm:prSet presAssocID="{AB5771D6-6B4C-4FA2-B91B-A4B82B5A3602}" presName="parentLin" presStyleCnt="0"/>
      <dgm:spPr/>
    </dgm:pt>
    <dgm:pt modelId="{83A21857-CBCA-4075-98FF-30AB4C0D4F38}" type="pres">
      <dgm:prSet presAssocID="{AB5771D6-6B4C-4FA2-B91B-A4B82B5A3602}" presName="parentLeftMargin" presStyleLbl="node1" presStyleIdx="0" presStyleCnt="4"/>
      <dgm:spPr/>
    </dgm:pt>
    <dgm:pt modelId="{50612B3D-A579-4CCB-9317-63D5B9368F14}" type="pres">
      <dgm:prSet presAssocID="{AB5771D6-6B4C-4FA2-B91B-A4B82B5A3602}" presName="parentText" presStyleLbl="node1" presStyleIdx="1" presStyleCnt="4">
        <dgm:presLayoutVars>
          <dgm:chMax val="0"/>
          <dgm:bulletEnabled val="1"/>
        </dgm:presLayoutVars>
      </dgm:prSet>
      <dgm:spPr/>
    </dgm:pt>
    <dgm:pt modelId="{CEA33D28-3F2C-435F-81C0-79A46E819AAA}" type="pres">
      <dgm:prSet presAssocID="{AB5771D6-6B4C-4FA2-B91B-A4B82B5A3602}" presName="negativeSpace" presStyleCnt="0"/>
      <dgm:spPr/>
    </dgm:pt>
    <dgm:pt modelId="{018F4E86-A754-433D-A92F-B6B96C2AE437}" type="pres">
      <dgm:prSet presAssocID="{AB5771D6-6B4C-4FA2-B91B-A4B82B5A3602}" presName="childText" presStyleLbl="conFgAcc1" presStyleIdx="1" presStyleCnt="4">
        <dgm:presLayoutVars>
          <dgm:bulletEnabled val="1"/>
        </dgm:presLayoutVars>
      </dgm:prSet>
      <dgm:spPr/>
    </dgm:pt>
    <dgm:pt modelId="{F7795AD4-32FD-4F0E-9ECB-B0D85D4A15C0}" type="pres">
      <dgm:prSet presAssocID="{BF110822-F2EB-4220-AA5F-073C01AAEF26}" presName="spaceBetweenRectangles" presStyleCnt="0"/>
      <dgm:spPr/>
    </dgm:pt>
    <dgm:pt modelId="{1C502193-CAF0-4CB2-9521-4FB575D679C8}" type="pres">
      <dgm:prSet presAssocID="{8598B105-CD43-4BE9-B9BC-489F266071CD}" presName="parentLin" presStyleCnt="0"/>
      <dgm:spPr/>
    </dgm:pt>
    <dgm:pt modelId="{6FCE9139-5291-4706-86D0-FA948E01C7AC}" type="pres">
      <dgm:prSet presAssocID="{8598B105-CD43-4BE9-B9BC-489F266071CD}" presName="parentLeftMargin" presStyleLbl="node1" presStyleIdx="1" presStyleCnt="4"/>
      <dgm:spPr/>
    </dgm:pt>
    <dgm:pt modelId="{B5DC8F5C-E667-4F22-B7FE-1355C1E12AF5}" type="pres">
      <dgm:prSet presAssocID="{8598B105-CD43-4BE9-B9BC-489F266071CD}" presName="parentText" presStyleLbl="node1" presStyleIdx="2" presStyleCnt="4">
        <dgm:presLayoutVars>
          <dgm:chMax val="0"/>
          <dgm:bulletEnabled val="1"/>
        </dgm:presLayoutVars>
      </dgm:prSet>
      <dgm:spPr/>
    </dgm:pt>
    <dgm:pt modelId="{38A4C5A2-440D-4898-85B0-387AE9D9AF94}" type="pres">
      <dgm:prSet presAssocID="{8598B105-CD43-4BE9-B9BC-489F266071CD}" presName="negativeSpace" presStyleCnt="0"/>
      <dgm:spPr/>
    </dgm:pt>
    <dgm:pt modelId="{D4964131-E108-4FC3-8A45-B94931F85751}" type="pres">
      <dgm:prSet presAssocID="{8598B105-CD43-4BE9-B9BC-489F266071CD}" presName="childText" presStyleLbl="conFgAcc1" presStyleIdx="2" presStyleCnt="4">
        <dgm:presLayoutVars>
          <dgm:bulletEnabled val="1"/>
        </dgm:presLayoutVars>
      </dgm:prSet>
      <dgm:spPr/>
    </dgm:pt>
    <dgm:pt modelId="{8017C9F8-8967-4C84-BB46-2CBEE15CCB73}" type="pres">
      <dgm:prSet presAssocID="{9AF7D542-1874-4A1C-B852-8F99E5201DA4}" presName="spaceBetweenRectangles" presStyleCnt="0"/>
      <dgm:spPr/>
    </dgm:pt>
    <dgm:pt modelId="{FEB5B21D-2822-4DCE-9780-ADBC2FFFBD99}" type="pres">
      <dgm:prSet presAssocID="{C6191C0E-CB93-424D-AACF-E6BE462B253F}" presName="parentLin" presStyleCnt="0"/>
      <dgm:spPr/>
    </dgm:pt>
    <dgm:pt modelId="{64ADA214-32BB-4C84-99F2-2871249FD025}" type="pres">
      <dgm:prSet presAssocID="{C6191C0E-CB93-424D-AACF-E6BE462B253F}" presName="parentLeftMargin" presStyleLbl="node1" presStyleIdx="2" presStyleCnt="4"/>
      <dgm:spPr/>
    </dgm:pt>
    <dgm:pt modelId="{FFAAA55B-F7E7-43C2-A930-180E9EE4A15B}" type="pres">
      <dgm:prSet presAssocID="{C6191C0E-CB93-424D-AACF-E6BE462B253F}" presName="parentText" presStyleLbl="node1" presStyleIdx="3" presStyleCnt="4">
        <dgm:presLayoutVars>
          <dgm:chMax val="0"/>
          <dgm:bulletEnabled val="1"/>
        </dgm:presLayoutVars>
      </dgm:prSet>
      <dgm:spPr/>
    </dgm:pt>
    <dgm:pt modelId="{2C0B330A-7C9E-4C45-8AE1-7D9B7847AA64}" type="pres">
      <dgm:prSet presAssocID="{C6191C0E-CB93-424D-AACF-E6BE462B253F}" presName="negativeSpace" presStyleCnt="0"/>
      <dgm:spPr/>
    </dgm:pt>
    <dgm:pt modelId="{F0199DDA-5781-4772-9017-EFD3A0857FC0}" type="pres">
      <dgm:prSet presAssocID="{C6191C0E-CB93-424D-AACF-E6BE462B253F}" presName="childText" presStyleLbl="conFgAcc1" presStyleIdx="3" presStyleCnt="4">
        <dgm:presLayoutVars>
          <dgm:bulletEnabled val="1"/>
        </dgm:presLayoutVars>
      </dgm:prSet>
      <dgm:spPr/>
    </dgm:pt>
  </dgm:ptLst>
  <dgm:cxnLst>
    <dgm:cxn modelId="{3D1AFC0F-857D-4E9B-8C5C-0522B6DE467D}" srcId="{0CD783D7-E88D-426A-9EB9-4F62DE11D7F9}" destId="{2493DFD9-A22C-4493-8CF1-D1FA1DDD7FBF}" srcOrd="0" destOrd="0" parTransId="{CA15D181-098C-4353-882C-E33214090A38}" sibTransId="{CFDD3326-3927-4648-B572-B9A6EA6B0B55}"/>
    <dgm:cxn modelId="{1634FC15-B7FF-4759-95AD-859A29E69E52}" type="presOf" srcId="{0CD783D7-E88D-426A-9EB9-4F62DE11D7F9}" destId="{72B379DB-F370-4CF5-A6A2-CC4C01F1C110}" srcOrd="0" destOrd="0" presId="urn:microsoft.com/office/officeart/2005/8/layout/list1"/>
    <dgm:cxn modelId="{10627817-E9AB-457D-8077-CECB943BCD73}" type="presOf" srcId="{8598B105-CD43-4BE9-B9BC-489F266071CD}" destId="{6FCE9139-5291-4706-86D0-FA948E01C7AC}" srcOrd="0" destOrd="0" presId="urn:microsoft.com/office/officeart/2005/8/layout/list1"/>
    <dgm:cxn modelId="{7D3F021A-9CD6-49F4-9831-0CA112A0CEC9}" type="presOf" srcId="{F6D31245-2A19-4978-929A-D12437A082F6}" destId="{D4964131-E108-4FC3-8A45-B94931F85751}" srcOrd="0" destOrd="1" presId="urn:microsoft.com/office/officeart/2005/8/layout/list1"/>
    <dgm:cxn modelId="{BC1D9446-AECE-43FE-B2B5-9D69D70C4A95}" type="presOf" srcId="{4FE08504-060D-4891-A9C8-180B90E61695}" destId="{D4964131-E108-4FC3-8A45-B94931F85751}" srcOrd="0" destOrd="2" presId="urn:microsoft.com/office/officeart/2005/8/layout/list1"/>
    <dgm:cxn modelId="{02A29E68-7A31-4BEB-A0E7-FD51FA1BEAD7}" srcId="{0CD783D7-E88D-426A-9EB9-4F62DE11D7F9}" destId="{8598B105-CD43-4BE9-B9BC-489F266071CD}" srcOrd="2" destOrd="0" parTransId="{F3B30A64-9D38-4971-B25C-44BD4B55EEC3}" sibTransId="{9AF7D542-1874-4A1C-B852-8F99E5201DA4}"/>
    <dgm:cxn modelId="{66C1AD69-F33E-4AE6-9755-DB3175DCB5B6}" srcId="{8598B105-CD43-4BE9-B9BC-489F266071CD}" destId="{4FE08504-060D-4891-A9C8-180B90E61695}" srcOrd="2" destOrd="0" parTransId="{7BD3D1BF-8BF1-43B9-96FA-A4BEEC8B0A52}" sibTransId="{D7974099-1C44-433C-8A4D-832074C8083C}"/>
    <dgm:cxn modelId="{6E0CC369-0BA7-4928-BD5F-B8D1B4EAA63E}" type="presOf" srcId="{2493DFD9-A22C-4493-8CF1-D1FA1DDD7FBF}" destId="{4AB4FDB8-CA82-4FAC-965A-B04CB7684B69}" srcOrd="0" destOrd="0" presId="urn:microsoft.com/office/officeart/2005/8/layout/list1"/>
    <dgm:cxn modelId="{24A8BD4A-F4BF-4177-9B16-A6B82D86F5FA}" type="presOf" srcId="{C6191C0E-CB93-424D-AACF-E6BE462B253F}" destId="{FFAAA55B-F7E7-43C2-A930-180E9EE4A15B}" srcOrd="1" destOrd="0" presId="urn:microsoft.com/office/officeart/2005/8/layout/list1"/>
    <dgm:cxn modelId="{84F9116B-B36C-4350-8210-FB9B10239D8E}" type="presOf" srcId="{B648D2EF-0208-47C4-B90C-2798564DE390}" destId="{D4964131-E108-4FC3-8A45-B94931F85751}" srcOrd="0" destOrd="0" presId="urn:microsoft.com/office/officeart/2005/8/layout/list1"/>
    <dgm:cxn modelId="{CED1894E-D9BE-432F-ADF9-BA071A8E8895}" srcId="{8598B105-CD43-4BE9-B9BC-489F266071CD}" destId="{4A184556-38E6-49F2-ADB8-86F824912821}" srcOrd="3" destOrd="0" parTransId="{BA464FBE-D0F4-4BCC-8DB2-0344544CFC79}" sibTransId="{4064FA09-1761-467A-8A38-532F2619723A}"/>
    <dgm:cxn modelId="{9E317456-D678-45B6-AB62-0E8DF8D5C354}" type="presOf" srcId="{2493DFD9-A22C-4493-8CF1-D1FA1DDD7FBF}" destId="{47621D38-4343-4F56-B9E5-E8E2C89F754B}" srcOrd="1" destOrd="0" presId="urn:microsoft.com/office/officeart/2005/8/layout/list1"/>
    <dgm:cxn modelId="{F087FF84-3DFA-4AF9-BDD8-73641E5F654F}" type="presOf" srcId="{AB5771D6-6B4C-4FA2-B91B-A4B82B5A3602}" destId="{50612B3D-A579-4CCB-9317-63D5B9368F14}" srcOrd="1" destOrd="0" presId="urn:microsoft.com/office/officeart/2005/8/layout/list1"/>
    <dgm:cxn modelId="{CB5B7086-6DB8-4D19-88E7-F896B2B601F3}" type="presOf" srcId="{4A184556-38E6-49F2-ADB8-86F824912821}" destId="{D4964131-E108-4FC3-8A45-B94931F85751}" srcOrd="0" destOrd="3" presId="urn:microsoft.com/office/officeart/2005/8/layout/list1"/>
    <dgm:cxn modelId="{FC1D048E-0220-4A00-896B-74650DEC548E}" srcId="{0CD783D7-E88D-426A-9EB9-4F62DE11D7F9}" destId="{C6191C0E-CB93-424D-AACF-E6BE462B253F}" srcOrd="3" destOrd="0" parTransId="{7F9038EE-DFB7-4A82-A9F2-D60ADF8C62F3}" sibTransId="{B7F19E18-8275-47F0-BADA-43C406FC32ED}"/>
    <dgm:cxn modelId="{7FDCFCB8-3C7F-4A5D-8790-EFC648EF6F1B}" type="presOf" srcId="{AB5771D6-6B4C-4FA2-B91B-A4B82B5A3602}" destId="{83A21857-CBCA-4075-98FF-30AB4C0D4F38}" srcOrd="0" destOrd="0" presId="urn:microsoft.com/office/officeart/2005/8/layout/list1"/>
    <dgm:cxn modelId="{F53469BB-5F64-4F3C-B4D6-B3BF331B1053}" srcId="{8598B105-CD43-4BE9-B9BC-489F266071CD}" destId="{B648D2EF-0208-47C4-B90C-2798564DE390}" srcOrd="0" destOrd="0" parTransId="{72FAAAAF-77F0-4B41-8C28-E2F8C38BD7BF}" sibTransId="{422C2DBD-442F-43F6-A6B0-6EDA327845BF}"/>
    <dgm:cxn modelId="{DA8803D6-4964-4988-96BF-9290831EB649}" srcId="{8598B105-CD43-4BE9-B9BC-489F266071CD}" destId="{F6D31245-2A19-4978-929A-D12437A082F6}" srcOrd="1" destOrd="0" parTransId="{E8F1F7B5-DB95-47DE-BC45-6A4F6C1E5E16}" sibTransId="{030C94EC-A055-4791-8A9B-CD10226479FF}"/>
    <dgm:cxn modelId="{F53286DF-1FED-4902-BF58-E079D1772DCE}" srcId="{0CD783D7-E88D-426A-9EB9-4F62DE11D7F9}" destId="{AB5771D6-6B4C-4FA2-B91B-A4B82B5A3602}" srcOrd="1" destOrd="0" parTransId="{561F2E6B-FEF5-4D1C-8C48-96A0A36914CE}" sibTransId="{BF110822-F2EB-4220-AA5F-073C01AAEF26}"/>
    <dgm:cxn modelId="{5D0DC2E1-F63C-4E90-99C9-C91F53958126}" type="presOf" srcId="{8598B105-CD43-4BE9-B9BC-489F266071CD}" destId="{B5DC8F5C-E667-4F22-B7FE-1355C1E12AF5}" srcOrd="1" destOrd="0" presId="urn:microsoft.com/office/officeart/2005/8/layout/list1"/>
    <dgm:cxn modelId="{6C4D73F3-9B2F-4638-AAC2-A44FC7C89E21}" type="presOf" srcId="{C6191C0E-CB93-424D-AACF-E6BE462B253F}" destId="{64ADA214-32BB-4C84-99F2-2871249FD025}" srcOrd="0" destOrd="0" presId="urn:microsoft.com/office/officeart/2005/8/layout/list1"/>
    <dgm:cxn modelId="{D6A12E0E-A427-40CE-8098-3D26DC646982}" type="presParOf" srcId="{72B379DB-F370-4CF5-A6A2-CC4C01F1C110}" destId="{1B457E50-751D-451B-8F09-475054A1A709}" srcOrd="0" destOrd="0" presId="urn:microsoft.com/office/officeart/2005/8/layout/list1"/>
    <dgm:cxn modelId="{7051C689-483A-4FD8-8F4B-7B64DA4615CE}" type="presParOf" srcId="{1B457E50-751D-451B-8F09-475054A1A709}" destId="{4AB4FDB8-CA82-4FAC-965A-B04CB7684B69}" srcOrd="0" destOrd="0" presId="urn:microsoft.com/office/officeart/2005/8/layout/list1"/>
    <dgm:cxn modelId="{CD2F019C-FEEE-4AEA-A079-71396BB119FC}" type="presParOf" srcId="{1B457E50-751D-451B-8F09-475054A1A709}" destId="{47621D38-4343-4F56-B9E5-E8E2C89F754B}" srcOrd="1" destOrd="0" presId="urn:microsoft.com/office/officeart/2005/8/layout/list1"/>
    <dgm:cxn modelId="{F41056A2-E404-4E2D-A48C-B74212BB1F77}" type="presParOf" srcId="{72B379DB-F370-4CF5-A6A2-CC4C01F1C110}" destId="{ED8AE2C8-33FF-45C4-87D7-2A3B6AB867D1}" srcOrd="1" destOrd="0" presId="urn:microsoft.com/office/officeart/2005/8/layout/list1"/>
    <dgm:cxn modelId="{452FB222-1AF0-4765-9DA1-58E547E1FD55}" type="presParOf" srcId="{72B379DB-F370-4CF5-A6A2-CC4C01F1C110}" destId="{92312253-5D4D-4DF4-89BE-274365F2DDE6}" srcOrd="2" destOrd="0" presId="urn:microsoft.com/office/officeart/2005/8/layout/list1"/>
    <dgm:cxn modelId="{085BDDE1-3ED6-462E-A7FC-5C4642563369}" type="presParOf" srcId="{72B379DB-F370-4CF5-A6A2-CC4C01F1C110}" destId="{ADE14451-8932-44C9-A5E7-84931DB463D0}" srcOrd="3" destOrd="0" presId="urn:microsoft.com/office/officeart/2005/8/layout/list1"/>
    <dgm:cxn modelId="{FCA835A7-5128-4FBA-9468-E32142FB9717}" type="presParOf" srcId="{72B379DB-F370-4CF5-A6A2-CC4C01F1C110}" destId="{5418F67D-4B5E-4819-8EE6-9824BD050718}" srcOrd="4" destOrd="0" presId="urn:microsoft.com/office/officeart/2005/8/layout/list1"/>
    <dgm:cxn modelId="{A79FE59D-CACB-4FC6-93A1-98A6EB9485D5}" type="presParOf" srcId="{5418F67D-4B5E-4819-8EE6-9824BD050718}" destId="{83A21857-CBCA-4075-98FF-30AB4C0D4F38}" srcOrd="0" destOrd="0" presId="urn:microsoft.com/office/officeart/2005/8/layout/list1"/>
    <dgm:cxn modelId="{D9289B32-B1C8-4DEF-AF25-AF4EBEA590A9}" type="presParOf" srcId="{5418F67D-4B5E-4819-8EE6-9824BD050718}" destId="{50612B3D-A579-4CCB-9317-63D5B9368F14}" srcOrd="1" destOrd="0" presId="urn:microsoft.com/office/officeart/2005/8/layout/list1"/>
    <dgm:cxn modelId="{04EE4A2A-AACE-40AC-BB70-481362A4C630}" type="presParOf" srcId="{72B379DB-F370-4CF5-A6A2-CC4C01F1C110}" destId="{CEA33D28-3F2C-435F-81C0-79A46E819AAA}" srcOrd="5" destOrd="0" presId="urn:microsoft.com/office/officeart/2005/8/layout/list1"/>
    <dgm:cxn modelId="{5CCAF3C4-7B46-44A3-94DB-9C3626576C7A}" type="presParOf" srcId="{72B379DB-F370-4CF5-A6A2-CC4C01F1C110}" destId="{018F4E86-A754-433D-A92F-B6B96C2AE437}" srcOrd="6" destOrd="0" presId="urn:microsoft.com/office/officeart/2005/8/layout/list1"/>
    <dgm:cxn modelId="{27E95FD4-848E-4BC7-82EE-E1EBCD80BBAC}" type="presParOf" srcId="{72B379DB-F370-4CF5-A6A2-CC4C01F1C110}" destId="{F7795AD4-32FD-4F0E-9ECB-B0D85D4A15C0}" srcOrd="7" destOrd="0" presId="urn:microsoft.com/office/officeart/2005/8/layout/list1"/>
    <dgm:cxn modelId="{F25C9C39-75E0-454E-94CC-A6A5F9E5F2C6}" type="presParOf" srcId="{72B379DB-F370-4CF5-A6A2-CC4C01F1C110}" destId="{1C502193-CAF0-4CB2-9521-4FB575D679C8}" srcOrd="8" destOrd="0" presId="urn:microsoft.com/office/officeart/2005/8/layout/list1"/>
    <dgm:cxn modelId="{58BEADF9-B045-4C10-A56A-B35A3E77DDB5}" type="presParOf" srcId="{1C502193-CAF0-4CB2-9521-4FB575D679C8}" destId="{6FCE9139-5291-4706-86D0-FA948E01C7AC}" srcOrd="0" destOrd="0" presId="urn:microsoft.com/office/officeart/2005/8/layout/list1"/>
    <dgm:cxn modelId="{C0539F68-3484-40C6-95F4-900ACF59BF36}" type="presParOf" srcId="{1C502193-CAF0-4CB2-9521-4FB575D679C8}" destId="{B5DC8F5C-E667-4F22-B7FE-1355C1E12AF5}" srcOrd="1" destOrd="0" presId="urn:microsoft.com/office/officeart/2005/8/layout/list1"/>
    <dgm:cxn modelId="{C257F480-D47B-4FCB-90C8-59A6EC7B20F5}" type="presParOf" srcId="{72B379DB-F370-4CF5-A6A2-CC4C01F1C110}" destId="{38A4C5A2-440D-4898-85B0-387AE9D9AF94}" srcOrd="9" destOrd="0" presId="urn:microsoft.com/office/officeart/2005/8/layout/list1"/>
    <dgm:cxn modelId="{3B388AA3-B705-458B-8577-BD6CD437E647}" type="presParOf" srcId="{72B379DB-F370-4CF5-A6A2-CC4C01F1C110}" destId="{D4964131-E108-4FC3-8A45-B94931F85751}" srcOrd="10" destOrd="0" presId="urn:microsoft.com/office/officeart/2005/8/layout/list1"/>
    <dgm:cxn modelId="{B2EAC467-D83A-4DE4-8BFD-0CD1199D4052}" type="presParOf" srcId="{72B379DB-F370-4CF5-A6A2-CC4C01F1C110}" destId="{8017C9F8-8967-4C84-BB46-2CBEE15CCB73}" srcOrd="11" destOrd="0" presId="urn:microsoft.com/office/officeart/2005/8/layout/list1"/>
    <dgm:cxn modelId="{D2A736B8-607E-4489-905B-9640E030F59E}" type="presParOf" srcId="{72B379DB-F370-4CF5-A6A2-CC4C01F1C110}" destId="{FEB5B21D-2822-4DCE-9780-ADBC2FFFBD99}" srcOrd="12" destOrd="0" presId="urn:microsoft.com/office/officeart/2005/8/layout/list1"/>
    <dgm:cxn modelId="{3B9AD468-585D-42A4-AE57-E9DE024546AD}" type="presParOf" srcId="{FEB5B21D-2822-4DCE-9780-ADBC2FFFBD99}" destId="{64ADA214-32BB-4C84-99F2-2871249FD025}" srcOrd="0" destOrd="0" presId="urn:microsoft.com/office/officeart/2005/8/layout/list1"/>
    <dgm:cxn modelId="{2B9D6A27-25AB-4D1B-898D-ACF033EABD14}" type="presParOf" srcId="{FEB5B21D-2822-4DCE-9780-ADBC2FFFBD99}" destId="{FFAAA55B-F7E7-43C2-A930-180E9EE4A15B}" srcOrd="1" destOrd="0" presId="urn:microsoft.com/office/officeart/2005/8/layout/list1"/>
    <dgm:cxn modelId="{654DCDEA-FAD3-4B84-A22B-E0676B434628}" type="presParOf" srcId="{72B379DB-F370-4CF5-A6A2-CC4C01F1C110}" destId="{2C0B330A-7C9E-4C45-8AE1-7D9B7847AA64}" srcOrd="13" destOrd="0" presId="urn:microsoft.com/office/officeart/2005/8/layout/list1"/>
    <dgm:cxn modelId="{10B179C6-48B0-4BFB-BA08-B7AE5EC351AD}" type="presParOf" srcId="{72B379DB-F370-4CF5-A6A2-CC4C01F1C110}" destId="{F0199DDA-5781-4772-9017-EFD3A0857FC0}"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F4E1C9-0121-49E8-BA94-9655EBBD14B5}"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21EDDEA1-850C-4530-A7C3-E35F5490226F}">
      <dgm:prSet/>
      <dgm:spPr/>
      <dgm:t>
        <a:bodyPr/>
        <a:lstStyle/>
        <a:p>
          <a:r>
            <a:rPr lang="es-CO" noProof="0" dirty="0"/>
            <a:t>Para el caso del modelo de riesgo financiero, proponemos algoritmos de aprendizaje supervisado como las redes neuronales, regresión lineal (o logística), </a:t>
          </a:r>
          <a:r>
            <a:rPr lang="es-CO" noProof="0" dirty="0" err="1"/>
            <a:t>random</a:t>
          </a:r>
          <a:r>
            <a:rPr lang="es-CO" noProof="0" dirty="0"/>
            <a:t> </a:t>
          </a:r>
          <a:r>
            <a:rPr lang="es-CO" noProof="0" dirty="0" err="1"/>
            <a:t>forest</a:t>
          </a:r>
          <a:r>
            <a:rPr lang="es-CO" noProof="0" dirty="0"/>
            <a:t>, entre otros.</a:t>
          </a:r>
        </a:p>
      </dgm:t>
    </dgm:pt>
    <dgm:pt modelId="{E65E9CDD-F4CA-4566-8CB6-8BABBA4F7E6E}" type="parTrans" cxnId="{5DB32D49-6AAD-4B94-B975-5E8B4F06E613}">
      <dgm:prSet/>
      <dgm:spPr/>
      <dgm:t>
        <a:bodyPr/>
        <a:lstStyle/>
        <a:p>
          <a:endParaRPr lang="en-US"/>
        </a:p>
      </dgm:t>
    </dgm:pt>
    <dgm:pt modelId="{ED522BCA-CC9C-4DC8-9C79-EC7118296B4E}" type="sibTrans" cxnId="{5DB32D49-6AAD-4B94-B975-5E8B4F06E613}">
      <dgm:prSet/>
      <dgm:spPr/>
      <dgm:t>
        <a:bodyPr/>
        <a:lstStyle/>
        <a:p>
          <a:endParaRPr lang="en-US"/>
        </a:p>
      </dgm:t>
    </dgm:pt>
    <dgm:pt modelId="{207020F1-8754-41F9-A95D-E95850458DEE}">
      <dgm:prSet/>
      <dgm:spPr/>
      <dgm:t>
        <a:bodyPr/>
        <a:lstStyle/>
        <a:p>
          <a:r>
            <a:rPr lang="es-CO" noProof="0" dirty="0"/>
            <a:t>Para el caso de comportamientos atípicos, si se cuenta con una base etiquetada podemos usar los modelos de aprendizaje supervisado, pero si no se cuenta con esto, podemos implementar algoritmos no supervisados como </a:t>
          </a:r>
          <a:r>
            <a:rPr lang="es-CO" noProof="0" dirty="0" err="1"/>
            <a:t>Isolation</a:t>
          </a:r>
          <a:r>
            <a:rPr lang="es-CO" noProof="0" dirty="0"/>
            <a:t> Forest, One-Class SVM, entre otros.</a:t>
          </a:r>
        </a:p>
      </dgm:t>
    </dgm:pt>
    <dgm:pt modelId="{F12D6D7A-DE37-4197-A0B7-CE60CCDD698D}" type="parTrans" cxnId="{F2DD2144-CFC3-4175-A0E5-E6F0B8354111}">
      <dgm:prSet/>
      <dgm:spPr/>
      <dgm:t>
        <a:bodyPr/>
        <a:lstStyle/>
        <a:p>
          <a:endParaRPr lang="en-US"/>
        </a:p>
      </dgm:t>
    </dgm:pt>
    <dgm:pt modelId="{E85E68BE-6669-46AE-A9B1-C36073C48FEC}" type="sibTrans" cxnId="{F2DD2144-CFC3-4175-A0E5-E6F0B8354111}">
      <dgm:prSet/>
      <dgm:spPr/>
      <dgm:t>
        <a:bodyPr/>
        <a:lstStyle/>
        <a:p>
          <a:endParaRPr lang="en-US"/>
        </a:p>
      </dgm:t>
    </dgm:pt>
    <dgm:pt modelId="{B5D1502C-E5AB-41D5-A1C0-574653483DD7}" type="pres">
      <dgm:prSet presAssocID="{AAF4E1C9-0121-49E8-BA94-9655EBBD14B5}" presName="hierChild1" presStyleCnt="0">
        <dgm:presLayoutVars>
          <dgm:chPref val="1"/>
          <dgm:dir/>
          <dgm:animOne val="branch"/>
          <dgm:animLvl val="lvl"/>
          <dgm:resizeHandles/>
        </dgm:presLayoutVars>
      </dgm:prSet>
      <dgm:spPr/>
    </dgm:pt>
    <dgm:pt modelId="{027497C8-E737-4C17-831F-566D96586477}" type="pres">
      <dgm:prSet presAssocID="{21EDDEA1-850C-4530-A7C3-E35F5490226F}" presName="hierRoot1" presStyleCnt="0"/>
      <dgm:spPr/>
    </dgm:pt>
    <dgm:pt modelId="{6F23E829-2215-4C2D-96B9-6F981E9C29FB}" type="pres">
      <dgm:prSet presAssocID="{21EDDEA1-850C-4530-A7C3-E35F5490226F}" presName="composite" presStyleCnt="0"/>
      <dgm:spPr/>
    </dgm:pt>
    <dgm:pt modelId="{65BB14DC-2D01-40C7-93BF-E779368B4B60}" type="pres">
      <dgm:prSet presAssocID="{21EDDEA1-850C-4530-A7C3-E35F5490226F}" presName="background" presStyleLbl="node0" presStyleIdx="0" presStyleCnt="2"/>
      <dgm:spPr/>
    </dgm:pt>
    <dgm:pt modelId="{B2331F74-F060-431E-A7E0-91B6804491B7}" type="pres">
      <dgm:prSet presAssocID="{21EDDEA1-850C-4530-A7C3-E35F5490226F}" presName="text" presStyleLbl="fgAcc0" presStyleIdx="0" presStyleCnt="2">
        <dgm:presLayoutVars>
          <dgm:chPref val="3"/>
        </dgm:presLayoutVars>
      </dgm:prSet>
      <dgm:spPr/>
    </dgm:pt>
    <dgm:pt modelId="{7A77D3D7-F0BB-46A1-9578-8FEBF7456DDA}" type="pres">
      <dgm:prSet presAssocID="{21EDDEA1-850C-4530-A7C3-E35F5490226F}" presName="hierChild2" presStyleCnt="0"/>
      <dgm:spPr/>
    </dgm:pt>
    <dgm:pt modelId="{E27D6C55-F2B3-499C-85B2-08E10F773F5E}" type="pres">
      <dgm:prSet presAssocID="{207020F1-8754-41F9-A95D-E95850458DEE}" presName="hierRoot1" presStyleCnt="0"/>
      <dgm:spPr/>
    </dgm:pt>
    <dgm:pt modelId="{E70915EC-07CD-4497-87AE-B00FF9558953}" type="pres">
      <dgm:prSet presAssocID="{207020F1-8754-41F9-A95D-E95850458DEE}" presName="composite" presStyleCnt="0"/>
      <dgm:spPr/>
    </dgm:pt>
    <dgm:pt modelId="{307B7F49-C2A8-453C-AE86-36F04B56E639}" type="pres">
      <dgm:prSet presAssocID="{207020F1-8754-41F9-A95D-E95850458DEE}" presName="background" presStyleLbl="node0" presStyleIdx="1" presStyleCnt="2"/>
      <dgm:spPr/>
    </dgm:pt>
    <dgm:pt modelId="{AF4A5DA9-6D59-45A1-9018-F8B3A71D3BCD}" type="pres">
      <dgm:prSet presAssocID="{207020F1-8754-41F9-A95D-E95850458DEE}" presName="text" presStyleLbl="fgAcc0" presStyleIdx="1" presStyleCnt="2">
        <dgm:presLayoutVars>
          <dgm:chPref val="3"/>
        </dgm:presLayoutVars>
      </dgm:prSet>
      <dgm:spPr/>
    </dgm:pt>
    <dgm:pt modelId="{B0076DFE-DDC7-40E2-BE2B-0B941728DE98}" type="pres">
      <dgm:prSet presAssocID="{207020F1-8754-41F9-A95D-E95850458DEE}" presName="hierChild2" presStyleCnt="0"/>
      <dgm:spPr/>
    </dgm:pt>
  </dgm:ptLst>
  <dgm:cxnLst>
    <dgm:cxn modelId="{20763202-7817-4F94-B801-2C29F3E2A6E0}" type="presOf" srcId="{AAF4E1C9-0121-49E8-BA94-9655EBBD14B5}" destId="{B5D1502C-E5AB-41D5-A1C0-574653483DD7}" srcOrd="0" destOrd="0" presId="urn:microsoft.com/office/officeart/2005/8/layout/hierarchy1"/>
    <dgm:cxn modelId="{5469E63D-A3DB-4864-B2F3-792A3672422A}" type="presOf" srcId="{207020F1-8754-41F9-A95D-E95850458DEE}" destId="{AF4A5DA9-6D59-45A1-9018-F8B3A71D3BCD}" srcOrd="0" destOrd="0" presId="urn:microsoft.com/office/officeart/2005/8/layout/hierarchy1"/>
    <dgm:cxn modelId="{F2DD2144-CFC3-4175-A0E5-E6F0B8354111}" srcId="{AAF4E1C9-0121-49E8-BA94-9655EBBD14B5}" destId="{207020F1-8754-41F9-A95D-E95850458DEE}" srcOrd="1" destOrd="0" parTransId="{F12D6D7A-DE37-4197-A0B7-CE60CCDD698D}" sibTransId="{E85E68BE-6669-46AE-A9B1-C36073C48FEC}"/>
    <dgm:cxn modelId="{5DB32D49-6AAD-4B94-B975-5E8B4F06E613}" srcId="{AAF4E1C9-0121-49E8-BA94-9655EBBD14B5}" destId="{21EDDEA1-850C-4530-A7C3-E35F5490226F}" srcOrd="0" destOrd="0" parTransId="{E65E9CDD-F4CA-4566-8CB6-8BABBA4F7E6E}" sibTransId="{ED522BCA-CC9C-4DC8-9C79-EC7118296B4E}"/>
    <dgm:cxn modelId="{D162EF50-42AE-4191-A6F6-67E1BC81FE0A}" type="presOf" srcId="{21EDDEA1-850C-4530-A7C3-E35F5490226F}" destId="{B2331F74-F060-431E-A7E0-91B6804491B7}" srcOrd="0" destOrd="0" presId="urn:microsoft.com/office/officeart/2005/8/layout/hierarchy1"/>
    <dgm:cxn modelId="{EA42C44C-0068-42B1-894B-484DFE387D3A}" type="presParOf" srcId="{B5D1502C-E5AB-41D5-A1C0-574653483DD7}" destId="{027497C8-E737-4C17-831F-566D96586477}" srcOrd="0" destOrd="0" presId="urn:microsoft.com/office/officeart/2005/8/layout/hierarchy1"/>
    <dgm:cxn modelId="{807E5DB3-784A-443A-9AD6-522BBF6E02CE}" type="presParOf" srcId="{027497C8-E737-4C17-831F-566D96586477}" destId="{6F23E829-2215-4C2D-96B9-6F981E9C29FB}" srcOrd="0" destOrd="0" presId="urn:microsoft.com/office/officeart/2005/8/layout/hierarchy1"/>
    <dgm:cxn modelId="{744C74DE-3F4B-4A50-9F7E-EDF12744E0F7}" type="presParOf" srcId="{6F23E829-2215-4C2D-96B9-6F981E9C29FB}" destId="{65BB14DC-2D01-40C7-93BF-E779368B4B60}" srcOrd="0" destOrd="0" presId="urn:microsoft.com/office/officeart/2005/8/layout/hierarchy1"/>
    <dgm:cxn modelId="{8D9A7F69-8AE5-4F62-B8BC-4F1DA6FBAC9A}" type="presParOf" srcId="{6F23E829-2215-4C2D-96B9-6F981E9C29FB}" destId="{B2331F74-F060-431E-A7E0-91B6804491B7}" srcOrd="1" destOrd="0" presId="urn:microsoft.com/office/officeart/2005/8/layout/hierarchy1"/>
    <dgm:cxn modelId="{011E3575-DC2A-4DB4-B34C-BA55E9533BCF}" type="presParOf" srcId="{027497C8-E737-4C17-831F-566D96586477}" destId="{7A77D3D7-F0BB-46A1-9578-8FEBF7456DDA}" srcOrd="1" destOrd="0" presId="urn:microsoft.com/office/officeart/2005/8/layout/hierarchy1"/>
    <dgm:cxn modelId="{F2EAA80D-1A8D-488F-B4B7-32C3A30598A4}" type="presParOf" srcId="{B5D1502C-E5AB-41D5-A1C0-574653483DD7}" destId="{E27D6C55-F2B3-499C-85B2-08E10F773F5E}" srcOrd="1" destOrd="0" presId="urn:microsoft.com/office/officeart/2005/8/layout/hierarchy1"/>
    <dgm:cxn modelId="{FF0D1B9B-C01E-497E-BD5B-EEDEE141CC45}" type="presParOf" srcId="{E27D6C55-F2B3-499C-85B2-08E10F773F5E}" destId="{E70915EC-07CD-4497-87AE-B00FF9558953}" srcOrd="0" destOrd="0" presId="urn:microsoft.com/office/officeart/2005/8/layout/hierarchy1"/>
    <dgm:cxn modelId="{07857BF1-88C1-4630-A645-9929D2A9C59A}" type="presParOf" srcId="{E70915EC-07CD-4497-87AE-B00FF9558953}" destId="{307B7F49-C2A8-453C-AE86-36F04B56E639}" srcOrd="0" destOrd="0" presId="urn:microsoft.com/office/officeart/2005/8/layout/hierarchy1"/>
    <dgm:cxn modelId="{DA749673-5364-4C58-8BF1-A02ED3E2C992}" type="presParOf" srcId="{E70915EC-07CD-4497-87AE-B00FF9558953}" destId="{AF4A5DA9-6D59-45A1-9018-F8B3A71D3BCD}" srcOrd="1" destOrd="0" presId="urn:microsoft.com/office/officeart/2005/8/layout/hierarchy1"/>
    <dgm:cxn modelId="{BA67D291-9CB9-4866-A10E-8372E0924846}" type="presParOf" srcId="{E27D6C55-F2B3-499C-85B2-08E10F773F5E}" destId="{B0076DFE-DDC7-40E2-BE2B-0B941728DE9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BEC0DA-1134-4285-82B9-38CC397BE82F}"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248BA996-2D93-4DF2-AF31-EC8A9F2FF69C}">
      <dgm:prSet/>
      <dgm:spPr/>
      <dgm:t>
        <a:bodyPr/>
        <a:lstStyle/>
        <a:p>
          <a:r>
            <a:rPr lang="es-CO" noProof="0" dirty="0"/>
            <a:t>En esta fase lo que buscamos es tomar un conjunto de datos que no fue usado para entrenar los modelos y determinar qué tan bien predicen los modelos con datos externos.</a:t>
          </a:r>
        </a:p>
      </dgm:t>
    </dgm:pt>
    <dgm:pt modelId="{5516E321-3489-4D96-A506-869AA7414F95}" type="parTrans" cxnId="{5DEE9733-7BC0-4EBC-AB44-F1AB4D676802}">
      <dgm:prSet/>
      <dgm:spPr/>
      <dgm:t>
        <a:bodyPr/>
        <a:lstStyle/>
        <a:p>
          <a:endParaRPr lang="en-US"/>
        </a:p>
      </dgm:t>
    </dgm:pt>
    <dgm:pt modelId="{943AE470-38E1-457A-B37B-7D234B6569F3}" type="sibTrans" cxnId="{5DEE9733-7BC0-4EBC-AB44-F1AB4D676802}">
      <dgm:prSet/>
      <dgm:spPr/>
      <dgm:t>
        <a:bodyPr/>
        <a:lstStyle/>
        <a:p>
          <a:endParaRPr lang="en-US"/>
        </a:p>
      </dgm:t>
    </dgm:pt>
    <dgm:pt modelId="{09CEBF8B-880E-4CA2-8384-7E3F63039657}">
      <dgm:prSet/>
      <dgm:spPr/>
      <dgm:t>
        <a:bodyPr/>
        <a:lstStyle/>
        <a:p>
          <a:r>
            <a:rPr lang="es-CO" noProof="0" dirty="0"/>
            <a:t>En este caso podemos implementar los modelos con datos recientes para evaluar cómo están trabajando y si se requieren ajustes acorde a las predicciones que recibamos.</a:t>
          </a:r>
        </a:p>
      </dgm:t>
    </dgm:pt>
    <dgm:pt modelId="{0BC3BBCE-4E73-4CF5-8F66-A9AF82176C62}" type="parTrans" cxnId="{CEB6CCDD-00F6-40D7-BD58-6A62E29F9412}">
      <dgm:prSet/>
      <dgm:spPr/>
      <dgm:t>
        <a:bodyPr/>
        <a:lstStyle/>
        <a:p>
          <a:endParaRPr lang="en-US"/>
        </a:p>
      </dgm:t>
    </dgm:pt>
    <dgm:pt modelId="{7C55CED8-DE7A-4382-B164-5F1F1687B1E4}" type="sibTrans" cxnId="{CEB6CCDD-00F6-40D7-BD58-6A62E29F9412}">
      <dgm:prSet/>
      <dgm:spPr/>
      <dgm:t>
        <a:bodyPr/>
        <a:lstStyle/>
        <a:p>
          <a:endParaRPr lang="en-US"/>
        </a:p>
      </dgm:t>
    </dgm:pt>
    <dgm:pt modelId="{FFA78848-DC0A-4152-B971-174AA9E47DCB}" type="pres">
      <dgm:prSet presAssocID="{5DBEC0DA-1134-4285-82B9-38CC397BE82F}" presName="hierChild1" presStyleCnt="0">
        <dgm:presLayoutVars>
          <dgm:chPref val="1"/>
          <dgm:dir/>
          <dgm:animOne val="branch"/>
          <dgm:animLvl val="lvl"/>
          <dgm:resizeHandles/>
        </dgm:presLayoutVars>
      </dgm:prSet>
      <dgm:spPr/>
    </dgm:pt>
    <dgm:pt modelId="{C1B7E225-E80E-4024-AAA8-656DEB6F8303}" type="pres">
      <dgm:prSet presAssocID="{248BA996-2D93-4DF2-AF31-EC8A9F2FF69C}" presName="hierRoot1" presStyleCnt="0"/>
      <dgm:spPr/>
    </dgm:pt>
    <dgm:pt modelId="{2E5231D9-99B1-4E4B-8CFD-32DE458047BB}" type="pres">
      <dgm:prSet presAssocID="{248BA996-2D93-4DF2-AF31-EC8A9F2FF69C}" presName="composite" presStyleCnt="0"/>
      <dgm:spPr/>
    </dgm:pt>
    <dgm:pt modelId="{E9AE9939-0047-4D2D-899B-88B0BBC5D69E}" type="pres">
      <dgm:prSet presAssocID="{248BA996-2D93-4DF2-AF31-EC8A9F2FF69C}" presName="background" presStyleLbl="node0" presStyleIdx="0" presStyleCnt="2"/>
      <dgm:spPr/>
    </dgm:pt>
    <dgm:pt modelId="{DF45A9B9-3E63-4357-BE60-154E7DD4BE3A}" type="pres">
      <dgm:prSet presAssocID="{248BA996-2D93-4DF2-AF31-EC8A9F2FF69C}" presName="text" presStyleLbl="fgAcc0" presStyleIdx="0" presStyleCnt="2">
        <dgm:presLayoutVars>
          <dgm:chPref val="3"/>
        </dgm:presLayoutVars>
      </dgm:prSet>
      <dgm:spPr/>
    </dgm:pt>
    <dgm:pt modelId="{1EDB5851-D51D-4DAE-BD2B-0C8617275CD7}" type="pres">
      <dgm:prSet presAssocID="{248BA996-2D93-4DF2-AF31-EC8A9F2FF69C}" presName="hierChild2" presStyleCnt="0"/>
      <dgm:spPr/>
    </dgm:pt>
    <dgm:pt modelId="{35C80D24-9459-4348-B90A-53DE6DFE45AD}" type="pres">
      <dgm:prSet presAssocID="{09CEBF8B-880E-4CA2-8384-7E3F63039657}" presName="hierRoot1" presStyleCnt="0"/>
      <dgm:spPr/>
    </dgm:pt>
    <dgm:pt modelId="{8BAF5316-C8A4-4867-A503-9CC84814F13E}" type="pres">
      <dgm:prSet presAssocID="{09CEBF8B-880E-4CA2-8384-7E3F63039657}" presName="composite" presStyleCnt="0"/>
      <dgm:spPr/>
    </dgm:pt>
    <dgm:pt modelId="{24C9D57B-02EF-4F49-8FFE-2D9EA8D577DE}" type="pres">
      <dgm:prSet presAssocID="{09CEBF8B-880E-4CA2-8384-7E3F63039657}" presName="background" presStyleLbl="node0" presStyleIdx="1" presStyleCnt="2"/>
      <dgm:spPr/>
    </dgm:pt>
    <dgm:pt modelId="{2F0903C4-64E5-4DAA-9177-A37C2CF7EA17}" type="pres">
      <dgm:prSet presAssocID="{09CEBF8B-880E-4CA2-8384-7E3F63039657}" presName="text" presStyleLbl="fgAcc0" presStyleIdx="1" presStyleCnt="2">
        <dgm:presLayoutVars>
          <dgm:chPref val="3"/>
        </dgm:presLayoutVars>
      </dgm:prSet>
      <dgm:spPr/>
    </dgm:pt>
    <dgm:pt modelId="{95B089F0-1868-4138-A459-4D2C38BA0B29}" type="pres">
      <dgm:prSet presAssocID="{09CEBF8B-880E-4CA2-8384-7E3F63039657}" presName="hierChild2" presStyleCnt="0"/>
      <dgm:spPr/>
    </dgm:pt>
  </dgm:ptLst>
  <dgm:cxnLst>
    <dgm:cxn modelId="{5DEE9733-7BC0-4EBC-AB44-F1AB4D676802}" srcId="{5DBEC0DA-1134-4285-82B9-38CC397BE82F}" destId="{248BA996-2D93-4DF2-AF31-EC8A9F2FF69C}" srcOrd="0" destOrd="0" parTransId="{5516E321-3489-4D96-A506-869AA7414F95}" sibTransId="{943AE470-38E1-457A-B37B-7D234B6569F3}"/>
    <dgm:cxn modelId="{4AA9DD7A-8A0A-47DE-8172-F849699CBA80}" type="presOf" srcId="{09CEBF8B-880E-4CA2-8384-7E3F63039657}" destId="{2F0903C4-64E5-4DAA-9177-A37C2CF7EA17}" srcOrd="0" destOrd="0" presId="urn:microsoft.com/office/officeart/2005/8/layout/hierarchy1"/>
    <dgm:cxn modelId="{CEB6CCDD-00F6-40D7-BD58-6A62E29F9412}" srcId="{5DBEC0DA-1134-4285-82B9-38CC397BE82F}" destId="{09CEBF8B-880E-4CA2-8384-7E3F63039657}" srcOrd="1" destOrd="0" parTransId="{0BC3BBCE-4E73-4CF5-8F66-A9AF82176C62}" sibTransId="{7C55CED8-DE7A-4382-B164-5F1F1687B1E4}"/>
    <dgm:cxn modelId="{A63A7DF5-9644-453A-8F8A-F94AB9B122F5}" type="presOf" srcId="{5DBEC0DA-1134-4285-82B9-38CC397BE82F}" destId="{FFA78848-DC0A-4152-B971-174AA9E47DCB}" srcOrd="0" destOrd="0" presId="urn:microsoft.com/office/officeart/2005/8/layout/hierarchy1"/>
    <dgm:cxn modelId="{B31322F6-12F2-48A6-887F-ACFDF480B46A}" type="presOf" srcId="{248BA996-2D93-4DF2-AF31-EC8A9F2FF69C}" destId="{DF45A9B9-3E63-4357-BE60-154E7DD4BE3A}" srcOrd="0" destOrd="0" presId="urn:microsoft.com/office/officeart/2005/8/layout/hierarchy1"/>
    <dgm:cxn modelId="{9C1F817D-AFCB-40BF-8B6E-25080F2BE512}" type="presParOf" srcId="{FFA78848-DC0A-4152-B971-174AA9E47DCB}" destId="{C1B7E225-E80E-4024-AAA8-656DEB6F8303}" srcOrd="0" destOrd="0" presId="urn:microsoft.com/office/officeart/2005/8/layout/hierarchy1"/>
    <dgm:cxn modelId="{5D6BE594-DEF7-4AE9-B03A-82936F912E9D}" type="presParOf" srcId="{C1B7E225-E80E-4024-AAA8-656DEB6F8303}" destId="{2E5231D9-99B1-4E4B-8CFD-32DE458047BB}" srcOrd="0" destOrd="0" presId="urn:microsoft.com/office/officeart/2005/8/layout/hierarchy1"/>
    <dgm:cxn modelId="{CD9849BC-57AA-4B7D-8A2C-06682F46D019}" type="presParOf" srcId="{2E5231D9-99B1-4E4B-8CFD-32DE458047BB}" destId="{E9AE9939-0047-4D2D-899B-88B0BBC5D69E}" srcOrd="0" destOrd="0" presId="urn:microsoft.com/office/officeart/2005/8/layout/hierarchy1"/>
    <dgm:cxn modelId="{32684D24-CDE7-4CCA-9289-92E530DB32DE}" type="presParOf" srcId="{2E5231D9-99B1-4E4B-8CFD-32DE458047BB}" destId="{DF45A9B9-3E63-4357-BE60-154E7DD4BE3A}" srcOrd="1" destOrd="0" presId="urn:microsoft.com/office/officeart/2005/8/layout/hierarchy1"/>
    <dgm:cxn modelId="{52813070-F2D6-47F2-9B95-B492E11BA0D8}" type="presParOf" srcId="{C1B7E225-E80E-4024-AAA8-656DEB6F8303}" destId="{1EDB5851-D51D-4DAE-BD2B-0C8617275CD7}" srcOrd="1" destOrd="0" presId="urn:microsoft.com/office/officeart/2005/8/layout/hierarchy1"/>
    <dgm:cxn modelId="{66C767C3-9DCC-4960-A30D-469B8DDE4645}" type="presParOf" srcId="{FFA78848-DC0A-4152-B971-174AA9E47DCB}" destId="{35C80D24-9459-4348-B90A-53DE6DFE45AD}" srcOrd="1" destOrd="0" presId="urn:microsoft.com/office/officeart/2005/8/layout/hierarchy1"/>
    <dgm:cxn modelId="{B9D899C3-7E52-4CD1-A241-3173E171079F}" type="presParOf" srcId="{35C80D24-9459-4348-B90A-53DE6DFE45AD}" destId="{8BAF5316-C8A4-4867-A503-9CC84814F13E}" srcOrd="0" destOrd="0" presId="urn:microsoft.com/office/officeart/2005/8/layout/hierarchy1"/>
    <dgm:cxn modelId="{FF70BAEB-947A-4954-AD36-7CE5C82BFF2D}" type="presParOf" srcId="{8BAF5316-C8A4-4867-A503-9CC84814F13E}" destId="{24C9D57B-02EF-4F49-8FFE-2D9EA8D577DE}" srcOrd="0" destOrd="0" presId="urn:microsoft.com/office/officeart/2005/8/layout/hierarchy1"/>
    <dgm:cxn modelId="{2B87D649-D63A-4C5D-B02C-5940751235B3}" type="presParOf" srcId="{8BAF5316-C8A4-4867-A503-9CC84814F13E}" destId="{2F0903C4-64E5-4DAA-9177-A37C2CF7EA17}" srcOrd="1" destOrd="0" presId="urn:microsoft.com/office/officeart/2005/8/layout/hierarchy1"/>
    <dgm:cxn modelId="{B498707E-8622-4F71-A8AC-EF3006DEC534}" type="presParOf" srcId="{35C80D24-9459-4348-B90A-53DE6DFE45AD}" destId="{95B089F0-1868-4138-A459-4D2C38BA0B2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12253-5D4D-4DF4-89BE-274365F2DDE6}">
      <dsp:nvSpPr>
        <dsp:cNvPr id="0" name=""/>
        <dsp:cNvSpPr/>
      </dsp:nvSpPr>
      <dsp:spPr>
        <a:xfrm>
          <a:off x="0" y="387589"/>
          <a:ext cx="6666833" cy="554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47621D38-4343-4F56-B9E5-E8E2C89F754B}">
      <dsp:nvSpPr>
        <dsp:cNvPr id="0" name=""/>
        <dsp:cNvSpPr/>
      </dsp:nvSpPr>
      <dsp:spPr>
        <a:xfrm>
          <a:off x="333341" y="62869"/>
          <a:ext cx="4666783" cy="6494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77900">
            <a:lnSpc>
              <a:spcPct val="90000"/>
            </a:lnSpc>
            <a:spcBef>
              <a:spcPct val="0"/>
            </a:spcBef>
            <a:spcAft>
              <a:spcPct val="35000"/>
            </a:spcAft>
            <a:buNone/>
          </a:pPr>
          <a:r>
            <a:rPr lang="es-CO" sz="2200" kern="1200" noProof="0" dirty="0"/>
            <a:t>Problema General</a:t>
          </a:r>
        </a:p>
      </dsp:txBody>
      <dsp:txXfrm>
        <a:off x="365044" y="94572"/>
        <a:ext cx="4603377" cy="586034"/>
      </dsp:txXfrm>
    </dsp:sp>
    <dsp:sp modelId="{018F4E86-A754-433D-A92F-B6B96C2AE437}">
      <dsp:nvSpPr>
        <dsp:cNvPr id="0" name=""/>
        <dsp:cNvSpPr/>
      </dsp:nvSpPr>
      <dsp:spPr>
        <a:xfrm>
          <a:off x="0" y="1385509"/>
          <a:ext cx="6666833" cy="554400"/>
        </a:xfrm>
        <a:prstGeom prst="rect">
          <a:avLst/>
        </a:prstGeom>
        <a:solidFill>
          <a:schemeClr val="lt1">
            <a:alpha val="90000"/>
            <a:hueOff val="0"/>
            <a:satOff val="0"/>
            <a:lumOff val="0"/>
            <a:alphaOff val="0"/>
          </a:schemeClr>
        </a:solidFill>
        <a:ln w="12700" cap="flat" cmpd="sng" algn="ctr">
          <a:solidFill>
            <a:schemeClr val="accent2">
              <a:hueOff val="2147871"/>
              <a:satOff val="-6164"/>
              <a:lumOff val="-987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0612B3D-A579-4CCB-9317-63D5B9368F14}">
      <dsp:nvSpPr>
        <dsp:cNvPr id="0" name=""/>
        <dsp:cNvSpPr/>
      </dsp:nvSpPr>
      <dsp:spPr>
        <a:xfrm>
          <a:off x="333341" y="1060789"/>
          <a:ext cx="4666783" cy="649440"/>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77900">
            <a:lnSpc>
              <a:spcPct val="90000"/>
            </a:lnSpc>
            <a:spcBef>
              <a:spcPct val="0"/>
            </a:spcBef>
            <a:spcAft>
              <a:spcPct val="35000"/>
            </a:spcAft>
            <a:buNone/>
          </a:pPr>
          <a:r>
            <a:rPr lang="es-CO" sz="2200" kern="1200" noProof="0"/>
            <a:t>Supuestos</a:t>
          </a:r>
          <a:endParaRPr lang="es-CO" sz="2200" kern="1200" noProof="0" dirty="0"/>
        </a:p>
      </dsp:txBody>
      <dsp:txXfrm>
        <a:off x="365044" y="1092492"/>
        <a:ext cx="4603377" cy="586034"/>
      </dsp:txXfrm>
    </dsp:sp>
    <dsp:sp modelId="{D4964131-E108-4FC3-8A45-B94931F85751}">
      <dsp:nvSpPr>
        <dsp:cNvPr id="0" name=""/>
        <dsp:cNvSpPr/>
      </dsp:nvSpPr>
      <dsp:spPr>
        <a:xfrm>
          <a:off x="0" y="2383429"/>
          <a:ext cx="6666833" cy="2009700"/>
        </a:xfrm>
        <a:prstGeom prst="rect">
          <a:avLst/>
        </a:prstGeom>
        <a:solidFill>
          <a:schemeClr val="lt1">
            <a:alpha val="90000"/>
            <a:hueOff val="0"/>
            <a:satOff val="0"/>
            <a:lumOff val="0"/>
            <a:alphaOff val="0"/>
          </a:schemeClr>
        </a:solid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58216" rIns="517420" bIns="156464" numCol="1" spcCol="1270" anchor="t" anchorCtr="0">
          <a:noAutofit/>
        </a:bodyPr>
        <a:lstStyle/>
        <a:p>
          <a:pPr marL="228600" lvl="1" indent="-228600" algn="l" defTabSz="977900">
            <a:lnSpc>
              <a:spcPct val="90000"/>
            </a:lnSpc>
            <a:spcBef>
              <a:spcPct val="0"/>
            </a:spcBef>
            <a:spcAft>
              <a:spcPct val="15000"/>
            </a:spcAft>
            <a:buChar char="•"/>
          </a:pPr>
          <a:r>
            <a:rPr lang="es-CO" sz="2200" kern="1200" noProof="0" dirty="0"/>
            <a:t>Data</a:t>
          </a:r>
        </a:p>
        <a:p>
          <a:pPr marL="228600" lvl="1" indent="-228600" algn="l" defTabSz="977900">
            <a:lnSpc>
              <a:spcPct val="90000"/>
            </a:lnSpc>
            <a:spcBef>
              <a:spcPct val="0"/>
            </a:spcBef>
            <a:spcAft>
              <a:spcPct val="15000"/>
            </a:spcAft>
            <a:buChar char="•"/>
          </a:pPr>
          <a:r>
            <a:rPr lang="es-CO" sz="2200" kern="1200" noProof="0" dirty="0"/>
            <a:t>Modelado</a:t>
          </a:r>
        </a:p>
        <a:p>
          <a:pPr marL="228600" lvl="1" indent="-228600" algn="l" defTabSz="977900">
            <a:lnSpc>
              <a:spcPct val="90000"/>
            </a:lnSpc>
            <a:spcBef>
              <a:spcPct val="0"/>
            </a:spcBef>
            <a:spcAft>
              <a:spcPct val="15000"/>
            </a:spcAft>
            <a:buChar char="•"/>
          </a:pPr>
          <a:r>
            <a:rPr lang="es-CO" sz="2200" kern="1200" noProof="0" dirty="0"/>
            <a:t>Despliegue</a:t>
          </a:r>
        </a:p>
        <a:p>
          <a:pPr marL="228600" lvl="1" indent="-228600" algn="l" defTabSz="977900">
            <a:lnSpc>
              <a:spcPct val="90000"/>
            </a:lnSpc>
            <a:spcBef>
              <a:spcPct val="0"/>
            </a:spcBef>
            <a:spcAft>
              <a:spcPct val="15000"/>
            </a:spcAft>
            <a:buChar char="•"/>
          </a:pPr>
          <a:r>
            <a:rPr lang="es-CO" sz="2200" kern="1200" noProof="0" dirty="0"/>
            <a:t>Monitoreo</a:t>
          </a:r>
        </a:p>
      </dsp:txBody>
      <dsp:txXfrm>
        <a:off x="0" y="2383429"/>
        <a:ext cx="6666833" cy="2009700"/>
      </dsp:txXfrm>
    </dsp:sp>
    <dsp:sp modelId="{B5DC8F5C-E667-4F22-B7FE-1355C1E12AF5}">
      <dsp:nvSpPr>
        <dsp:cNvPr id="0" name=""/>
        <dsp:cNvSpPr/>
      </dsp:nvSpPr>
      <dsp:spPr>
        <a:xfrm>
          <a:off x="333341" y="2058709"/>
          <a:ext cx="4666783" cy="649440"/>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77900">
            <a:lnSpc>
              <a:spcPct val="90000"/>
            </a:lnSpc>
            <a:spcBef>
              <a:spcPct val="0"/>
            </a:spcBef>
            <a:spcAft>
              <a:spcPct val="35000"/>
            </a:spcAft>
            <a:buNone/>
          </a:pPr>
          <a:r>
            <a:rPr lang="es-CO" sz="2200" kern="1200" noProof="0" dirty="0"/>
            <a:t>Fases</a:t>
          </a:r>
        </a:p>
      </dsp:txBody>
      <dsp:txXfrm>
        <a:off x="365044" y="2090412"/>
        <a:ext cx="4603377" cy="586034"/>
      </dsp:txXfrm>
    </dsp:sp>
    <dsp:sp modelId="{F0199DDA-5781-4772-9017-EFD3A0857FC0}">
      <dsp:nvSpPr>
        <dsp:cNvPr id="0" name=""/>
        <dsp:cNvSpPr/>
      </dsp:nvSpPr>
      <dsp:spPr>
        <a:xfrm>
          <a:off x="0" y="4836650"/>
          <a:ext cx="6666833" cy="55440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AA55B-F7E7-43C2-A930-180E9EE4A15B}">
      <dsp:nvSpPr>
        <dsp:cNvPr id="0" name=""/>
        <dsp:cNvSpPr/>
      </dsp:nvSpPr>
      <dsp:spPr>
        <a:xfrm>
          <a:off x="333341" y="4511930"/>
          <a:ext cx="4666783" cy="64944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77900">
            <a:lnSpc>
              <a:spcPct val="90000"/>
            </a:lnSpc>
            <a:spcBef>
              <a:spcPct val="0"/>
            </a:spcBef>
            <a:spcAft>
              <a:spcPct val="35000"/>
            </a:spcAft>
            <a:buNone/>
          </a:pPr>
          <a:r>
            <a:rPr lang="es-CO" sz="2200" kern="1200" noProof="0" dirty="0"/>
            <a:t>Propuesta</a:t>
          </a:r>
        </a:p>
      </dsp:txBody>
      <dsp:txXfrm>
        <a:off x="365044" y="4543633"/>
        <a:ext cx="4603377"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B14DC-2D01-40C7-93BF-E779368B4B60}">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331F74-F060-431E-A7E0-91B6804491B7}">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CO" sz="2100" kern="1200" noProof="0" dirty="0"/>
            <a:t>Para el caso del modelo de riesgo financiero, proponemos algoritmos de aprendizaje supervisado como las redes neuronales, regresión lineal (o logística), </a:t>
          </a:r>
          <a:r>
            <a:rPr lang="es-CO" sz="2100" kern="1200" noProof="0" dirty="0" err="1"/>
            <a:t>random</a:t>
          </a:r>
          <a:r>
            <a:rPr lang="es-CO" sz="2100" kern="1200" noProof="0" dirty="0"/>
            <a:t> </a:t>
          </a:r>
          <a:r>
            <a:rPr lang="es-CO" sz="2100" kern="1200" noProof="0" dirty="0" err="1"/>
            <a:t>forest</a:t>
          </a:r>
          <a:r>
            <a:rPr lang="es-CO" sz="2100" kern="1200" noProof="0" dirty="0"/>
            <a:t>, entre otros.</a:t>
          </a:r>
        </a:p>
      </dsp:txBody>
      <dsp:txXfrm>
        <a:off x="608661" y="692298"/>
        <a:ext cx="4508047" cy="2799040"/>
      </dsp:txXfrm>
    </dsp:sp>
    <dsp:sp modelId="{307B7F49-C2A8-453C-AE86-36F04B56E639}">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4A5DA9-6D59-45A1-9018-F8B3A71D3BCD}">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s-CO" sz="2100" kern="1200" noProof="0" dirty="0"/>
            <a:t>Para el caso de comportamientos atípicos, si se cuenta con una base etiquetada podemos usar los modelos de aprendizaje supervisado, pero si no se cuenta con esto, podemos implementar algoritmos no supervisados como </a:t>
          </a:r>
          <a:r>
            <a:rPr lang="es-CO" sz="2100" kern="1200" noProof="0" dirty="0" err="1"/>
            <a:t>Isolation</a:t>
          </a:r>
          <a:r>
            <a:rPr lang="es-CO" sz="2100" kern="1200" noProof="0" dirty="0"/>
            <a:t> Forest, One-Class SVM, entre otros.</a:t>
          </a:r>
        </a:p>
      </dsp:txBody>
      <dsp:txXfrm>
        <a:off x="6331365" y="692298"/>
        <a:ext cx="4508047" cy="27990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E9939-0047-4D2D-899B-88B0BBC5D69E}">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45A9B9-3E63-4357-BE60-154E7DD4BE3A}">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CO" sz="2400" kern="1200" noProof="0" dirty="0"/>
            <a:t>En esta fase lo que buscamos es tomar un conjunto de datos que no fue usado para entrenar los modelos y determinar qué tan bien predicen los modelos con datos externos.</a:t>
          </a:r>
        </a:p>
      </dsp:txBody>
      <dsp:txXfrm>
        <a:off x="696297" y="538547"/>
        <a:ext cx="4171627" cy="2590157"/>
      </dsp:txXfrm>
    </dsp:sp>
    <dsp:sp modelId="{24C9D57B-02EF-4F49-8FFE-2D9EA8D577DE}">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0903C4-64E5-4DAA-9177-A37C2CF7EA17}">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CO" sz="2400" kern="1200" noProof="0" dirty="0"/>
            <a:t>En este caso podemos implementar los modelos con datos recientes para evaluar cómo están trabajando y si se requieren ajustes acorde a las predicciones que recibamos.</a:t>
          </a:r>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AA865-FB43-5B84-C679-7B478840F4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E59355-BE56-BF0C-D3D9-5767D18354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88838E-5E5E-8A06-EC85-A274B1FDC268}"/>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5" name="Footer Placeholder 4">
            <a:extLst>
              <a:ext uri="{FF2B5EF4-FFF2-40B4-BE49-F238E27FC236}">
                <a16:creationId xmlns:a16="http://schemas.microsoft.com/office/drawing/2014/main" id="{9C49A7AD-3669-5415-DBA6-10A5A3E90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BFF28F-F1FE-C2FF-46D0-A93B3D374F9C}"/>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2572186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E8A20-333B-6908-27B3-DF6AA61C07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9F27A-E8F6-2F0F-63DF-1A6797F886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24157B-512E-736A-7462-F2F85EC2828B}"/>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5" name="Footer Placeholder 4">
            <a:extLst>
              <a:ext uri="{FF2B5EF4-FFF2-40B4-BE49-F238E27FC236}">
                <a16:creationId xmlns:a16="http://schemas.microsoft.com/office/drawing/2014/main" id="{5A3A22E7-81EC-6B21-E966-B115EA91FD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CBAEBD-9A45-248A-948B-DD475F0484F6}"/>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2576383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85C4E-78B9-0469-ED9B-31631BFBC6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8FCCD9-08B5-C936-9555-56C9569BF3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3EE695-C9E2-6612-8711-19EA4D025DAE}"/>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5" name="Footer Placeholder 4">
            <a:extLst>
              <a:ext uri="{FF2B5EF4-FFF2-40B4-BE49-F238E27FC236}">
                <a16:creationId xmlns:a16="http://schemas.microsoft.com/office/drawing/2014/main" id="{9A77D81E-CE38-E6D8-C07D-0C3DEC9352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B58915-90D8-0B04-ECDC-3899CB4B431D}"/>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1486711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AE973-662A-8F5B-D666-CAC7BEB946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8D5958-0FA2-6A29-00EC-C701033FD4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64ADEB-108C-42EC-3051-62D01A652A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01500D-0558-E534-7136-917852C3B664}"/>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6" name="Footer Placeholder 5">
            <a:extLst>
              <a:ext uri="{FF2B5EF4-FFF2-40B4-BE49-F238E27FC236}">
                <a16:creationId xmlns:a16="http://schemas.microsoft.com/office/drawing/2014/main" id="{A18F9609-9E67-DA6E-107D-D781173C27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018173-FD32-3A89-9FCA-87D5ACC8CAD7}"/>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4289362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C7219-B718-C7F8-1DF6-E3B7EA80BE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5A9D21-E886-CF4D-D86D-9628F34450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00A2FE-99DF-8588-8166-B3C2A9623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8EFDDF-16CD-BC22-916B-645790CA00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830AA5-38FC-7C9D-E851-555688B2D9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EE0E8E-7486-2161-6A1A-53C88525DAD2}"/>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8" name="Footer Placeholder 7">
            <a:extLst>
              <a:ext uri="{FF2B5EF4-FFF2-40B4-BE49-F238E27FC236}">
                <a16:creationId xmlns:a16="http://schemas.microsoft.com/office/drawing/2014/main" id="{67743978-A1D5-338D-B160-6A9733126C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06DA02-F93F-F897-29C2-FEA9205F9607}"/>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934699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BF9F7-D28B-39A1-9EAF-DA820548F6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5306F7-DA21-1765-67DE-879AC2738B32}"/>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4" name="Footer Placeholder 3">
            <a:extLst>
              <a:ext uri="{FF2B5EF4-FFF2-40B4-BE49-F238E27FC236}">
                <a16:creationId xmlns:a16="http://schemas.microsoft.com/office/drawing/2014/main" id="{2A154F2F-7453-AB49-3752-ECC2B5761A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D1863D-DEBC-BE37-4B40-1170546822FF}"/>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542552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4CA8DE-23E9-E8E4-73A7-DB52C65019E1}"/>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3" name="Footer Placeholder 2">
            <a:extLst>
              <a:ext uri="{FF2B5EF4-FFF2-40B4-BE49-F238E27FC236}">
                <a16:creationId xmlns:a16="http://schemas.microsoft.com/office/drawing/2014/main" id="{5774960B-47FB-9F50-EF59-A8DE8F74F9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312F45-6C9D-716F-C3A1-0AC37F84766F}"/>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1077731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B700-5E5B-127C-6FFF-FC98EEB024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19D3F2-6143-8157-34E7-FB7C1AE49A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092001-65CE-EB84-B89B-3A51358C13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2C5DC6-DCA5-8874-0172-9BB0085186F6}"/>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6" name="Footer Placeholder 5">
            <a:extLst>
              <a:ext uri="{FF2B5EF4-FFF2-40B4-BE49-F238E27FC236}">
                <a16:creationId xmlns:a16="http://schemas.microsoft.com/office/drawing/2014/main" id="{0478F0F7-6193-CD18-2CBF-FD91593F86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6B313F-F329-85B8-D4E4-ECF957FD8126}"/>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3163723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4F607-337E-B122-D997-2FB50B600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49EF0A-5248-E3FC-3B77-D3D22E61CF5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CDA473-411F-E1BB-CCE1-99B117037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B0B95A-004A-5532-C8A7-F0245475E1E3}"/>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6" name="Footer Placeholder 5">
            <a:extLst>
              <a:ext uri="{FF2B5EF4-FFF2-40B4-BE49-F238E27FC236}">
                <a16:creationId xmlns:a16="http://schemas.microsoft.com/office/drawing/2014/main" id="{0855B84B-587D-1597-4918-4BF48B5C4F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FACD45-C467-ED8C-C704-C92DB9C848B3}"/>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3392266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9DA8C-4A02-D39D-A0FD-454D0FF9BD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03E5AE-59D2-143C-805C-82BCCAF576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46458-7449-3A63-A2FE-8C93DEDC3892}"/>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5" name="Footer Placeholder 4">
            <a:extLst>
              <a:ext uri="{FF2B5EF4-FFF2-40B4-BE49-F238E27FC236}">
                <a16:creationId xmlns:a16="http://schemas.microsoft.com/office/drawing/2014/main" id="{EC134F82-FD6C-ACD2-C05F-FBC133C9DF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B1B90F-CBE8-2FF6-8AC4-9C938F828290}"/>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3888656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E796EF-9089-B436-B7C0-958A5B4CE3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3875B4-B5B9-E2B8-C73B-591D0E2B87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4029A-2B5C-3E72-DCB4-B409040DE39A}"/>
              </a:ext>
            </a:extLst>
          </p:cNvPr>
          <p:cNvSpPr>
            <a:spLocks noGrp="1"/>
          </p:cNvSpPr>
          <p:nvPr>
            <p:ph type="dt" sz="half" idx="10"/>
          </p:nvPr>
        </p:nvSpPr>
        <p:spPr/>
        <p:txBody>
          <a:bodyPr/>
          <a:lstStyle/>
          <a:p>
            <a:fld id="{A06EC56C-A405-492C-934F-A56D6B087D46}" type="datetimeFigureOut">
              <a:rPr lang="en-US" smtClean="0"/>
              <a:t>10/29/2026</a:t>
            </a:fld>
            <a:endParaRPr lang="en-US"/>
          </a:p>
        </p:txBody>
      </p:sp>
      <p:sp>
        <p:nvSpPr>
          <p:cNvPr id="5" name="Footer Placeholder 4">
            <a:extLst>
              <a:ext uri="{FF2B5EF4-FFF2-40B4-BE49-F238E27FC236}">
                <a16:creationId xmlns:a16="http://schemas.microsoft.com/office/drawing/2014/main" id="{968A4C73-F2FE-CD12-DDA6-A53FBD874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E69C43-B025-47B5-4558-51FFED613730}"/>
              </a:ext>
            </a:extLst>
          </p:cNvPr>
          <p:cNvSpPr>
            <a:spLocks noGrp="1"/>
          </p:cNvSpPr>
          <p:nvPr>
            <p:ph type="sldNum" sz="quarter" idx="12"/>
          </p:nvPr>
        </p:nvSpPr>
        <p:spPr/>
        <p:txBody>
          <a:bodyPr/>
          <a:lstStyle/>
          <a:p>
            <a:fld id="{137DEFB8-7F82-4F92-A1E5-007F77EE735D}" type="slidenum">
              <a:rPr lang="en-US" smtClean="0"/>
              <a:t>‹#›</a:t>
            </a:fld>
            <a:endParaRPr lang="en-US"/>
          </a:p>
        </p:txBody>
      </p:sp>
    </p:spTree>
    <p:extLst>
      <p:ext uri="{BB962C8B-B14F-4D97-AF65-F5344CB8AC3E}">
        <p14:creationId xmlns:p14="http://schemas.microsoft.com/office/powerpoint/2010/main" val="816280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DAE92B-6E1D-E5F0-6CD3-8C1FEA7AB6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AB749E-E07B-4432-B3FE-035961C19E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D546D-CF08-0E28-3617-9B14712D53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6EC56C-A405-492C-934F-A56D6B087D46}" type="datetimeFigureOut">
              <a:rPr lang="en-US" smtClean="0"/>
              <a:t>10/29/2026</a:t>
            </a:fld>
            <a:endParaRPr lang="en-US"/>
          </a:p>
        </p:txBody>
      </p:sp>
      <p:sp>
        <p:nvSpPr>
          <p:cNvPr id="5" name="Footer Placeholder 4">
            <a:extLst>
              <a:ext uri="{FF2B5EF4-FFF2-40B4-BE49-F238E27FC236}">
                <a16:creationId xmlns:a16="http://schemas.microsoft.com/office/drawing/2014/main" id="{12CC5FBB-B499-C92B-2CF0-ED85DEFDF6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B451AD-ED27-D6EE-1618-A63B6E86F6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7DEFB8-7F82-4F92-A1E5-007F77EE735D}" type="slidenum">
              <a:rPr lang="en-US" smtClean="0"/>
              <a:t>‹#›</a:t>
            </a:fld>
            <a:endParaRPr lang="en-US"/>
          </a:p>
        </p:txBody>
      </p:sp>
    </p:spTree>
    <p:extLst>
      <p:ext uri="{BB962C8B-B14F-4D97-AF65-F5344CB8AC3E}">
        <p14:creationId xmlns:p14="http://schemas.microsoft.com/office/powerpoint/2010/main" val="1411449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1" name="Rectangle 2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2" name="Rectangle 2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3" name="Rectangle 2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4" name="Oval 23">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9A9BA622-3C26-734C-0DD3-383BA57A5A12}"/>
              </a:ext>
            </a:extLst>
          </p:cNvPr>
          <p:cNvSpPr>
            <a:spLocks noGrp="1"/>
          </p:cNvSpPr>
          <p:nvPr>
            <p:ph type="ctrTitle"/>
          </p:nvPr>
        </p:nvSpPr>
        <p:spPr>
          <a:xfrm>
            <a:off x="1386865" y="818984"/>
            <a:ext cx="6596245" cy="3268520"/>
          </a:xfrm>
        </p:spPr>
        <p:txBody>
          <a:bodyPr>
            <a:normAutofit/>
          </a:bodyPr>
          <a:lstStyle/>
          <a:p>
            <a:pPr algn="r"/>
            <a:r>
              <a:rPr lang="es-CO" sz="4800" noProof="0" dirty="0">
                <a:solidFill>
                  <a:srgbClr val="FFFFFF"/>
                </a:solidFill>
              </a:rPr>
              <a:t>Evolución Bancaria de la Plataforma de Analítica</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3" name="Subtitle 2">
            <a:extLst>
              <a:ext uri="{FF2B5EF4-FFF2-40B4-BE49-F238E27FC236}">
                <a16:creationId xmlns:a16="http://schemas.microsoft.com/office/drawing/2014/main" id="{6C12DF49-0FF9-CACA-C1A1-2F453FF9652D}"/>
              </a:ext>
            </a:extLst>
          </p:cNvPr>
          <p:cNvSpPr>
            <a:spLocks noGrp="1"/>
          </p:cNvSpPr>
          <p:nvPr>
            <p:ph type="subTitle" idx="1"/>
          </p:nvPr>
        </p:nvSpPr>
        <p:spPr>
          <a:xfrm>
            <a:off x="1931874" y="4797188"/>
            <a:ext cx="6051236" cy="1241828"/>
          </a:xfrm>
        </p:spPr>
        <p:txBody>
          <a:bodyPr>
            <a:normAutofit/>
          </a:bodyPr>
          <a:lstStyle/>
          <a:p>
            <a:pPr algn="r"/>
            <a:r>
              <a:rPr lang="es-CO" noProof="0" dirty="0">
                <a:solidFill>
                  <a:srgbClr val="FFFFFF"/>
                </a:solidFill>
              </a:rPr>
              <a:t>Daniel Alejandro Gonzalez Salamanca</a:t>
            </a:r>
          </a:p>
          <a:p>
            <a:pPr algn="r"/>
            <a:r>
              <a:rPr lang="es-CO" noProof="0" dirty="0">
                <a:solidFill>
                  <a:srgbClr val="FFFFFF"/>
                </a:solidFill>
              </a:rPr>
              <a:t>Aspirante Científico de Datos Senior</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Tree>
    <p:extLst>
      <p:ext uri="{BB962C8B-B14F-4D97-AF65-F5344CB8AC3E}">
        <p14:creationId xmlns:p14="http://schemas.microsoft.com/office/powerpoint/2010/main" val="2529091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noProof="0"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171D9F88-A910-E61B-41FC-1D70B4F91519}"/>
              </a:ext>
            </a:extLst>
          </p:cNvPr>
          <p:cNvSpPr>
            <a:spLocks noGrp="1"/>
          </p:cNvSpPr>
          <p:nvPr>
            <p:ph type="title"/>
          </p:nvPr>
        </p:nvSpPr>
        <p:spPr>
          <a:xfrm>
            <a:off x="586478" y="1683756"/>
            <a:ext cx="3115265" cy="2396359"/>
          </a:xfrm>
        </p:spPr>
        <p:txBody>
          <a:bodyPr anchor="b">
            <a:normAutofit/>
          </a:bodyPr>
          <a:lstStyle/>
          <a:p>
            <a:pPr algn="r"/>
            <a:r>
              <a:rPr lang="es-CO" sz="4000" noProof="0" dirty="0">
                <a:solidFill>
                  <a:srgbClr val="FFFFFF"/>
                </a:solidFill>
              </a:rPr>
              <a:t>Presentación</a:t>
            </a:r>
          </a:p>
        </p:txBody>
      </p:sp>
      <p:graphicFrame>
        <p:nvGraphicFramePr>
          <p:cNvPr id="5" name="Content Placeholder 2">
            <a:extLst>
              <a:ext uri="{FF2B5EF4-FFF2-40B4-BE49-F238E27FC236}">
                <a16:creationId xmlns:a16="http://schemas.microsoft.com/office/drawing/2014/main" id="{00A26590-6E13-798E-D685-31E7FF19D735}"/>
              </a:ext>
            </a:extLst>
          </p:cNvPr>
          <p:cNvGraphicFramePr>
            <a:graphicFrameLocks noGrp="1"/>
          </p:cNvGraphicFramePr>
          <p:nvPr>
            <p:ph idx="1"/>
            <p:extLst>
              <p:ext uri="{D42A27DB-BD31-4B8C-83A1-F6EECF244321}">
                <p14:modId xmlns:p14="http://schemas.microsoft.com/office/powerpoint/2010/main" val="171188529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3122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E72D46-A91F-F871-D899-7A80DCB96699}"/>
              </a:ext>
            </a:extLst>
          </p:cNvPr>
          <p:cNvSpPr>
            <a:spLocks noGrp="1"/>
          </p:cNvSpPr>
          <p:nvPr>
            <p:ph type="title"/>
          </p:nvPr>
        </p:nvSpPr>
        <p:spPr>
          <a:xfrm>
            <a:off x="466722" y="586855"/>
            <a:ext cx="3201366" cy="3387497"/>
          </a:xfrm>
        </p:spPr>
        <p:txBody>
          <a:bodyPr anchor="b">
            <a:normAutofit/>
          </a:bodyPr>
          <a:lstStyle/>
          <a:p>
            <a:pPr algn="r"/>
            <a:r>
              <a:rPr lang="es-CO" sz="4000" noProof="0">
                <a:solidFill>
                  <a:srgbClr val="FFFFFF"/>
                </a:solidFill>
              </a:rPr>
              <a:t>Supuestos</a:t>
            </a:r>
          </a:p>
        </p:txBody>
      </p:sp>
      <p:sp>
        <p:nvSpPr>
          <p:cNvPr id="3" name="Content Placeholder 2">
            <a:extLst>
              <a:ext uri="{FF2B5EF4-FFF2-40B4-BE49-F238E27FC236}">
                <a16:creationId xmlns:a16="http://schemas.microsoft.com/office/drawing/2014/main" id="{53D5A353-2FCD-1077-D795-E690E273EB2B}"/>
              </a:ext>
            </a:extLst>
          </p:cNvPr>
          <p:cNvSpPr>
            <a:spLocks noGrp="1"/>
          </p:cNvSpPr>
          <p:nvPr>
            <p:ph idx="1"/>
          </p:nvPr>
        </p:nvSpPr>
        <p:spPr>
          <a:xfrm>
            <a:off x="4810259" y="649480"/>
            <a:ext cx="6555347" cy="5546047"/>
          </a:xfrm>
        </p:spPr>
        <p:txBody>
          <a:bodyPr anchor="ctr">
            <a:normAutofit/>
          </a:bodyPr>
          <a:lstStyle/>
          <a:p>
            <a:r>
              <a:rPr lang="es-CO" sz="2000" noProof="0" dirty="0"/>
              <a:t>Para poder presentar el caso de negocio, se está asumiendo que la nube en la cual se está trabajando es en la de Google.</a:t>
            </a:r>
          </a:p>
          <a:p>
            <a:r>
              <a:rPr lang="es-CO" sz="2000" dirty="0"/>
              <a:t>También se asume que las únicas fuentes de información que se implementan son las mencionadas en el documento y que son bases de datos estructuradas.</a:t>
            </a:r>
          </a:p>
          <a:p>
            <a:r>
              <a:rPr lang="es-CO" sz="2000" noProof="0" dirty="0"/>
              <a:t>Se asume que se cuentan con bases de datos relacionales tanto para los clientes como para las transacciones.</a:t>
            </a:r>
          </a:p>
          <a:p>
            <a:r>
              <a:rPr lang="es-CO" sz="2000" dirty="0"/>
              <a:t>En el caso de la detección de fraudes, se presentarán dos posibles soluciones, debido a que dentro de la base de datos se puede tener marcados las transacciones que se consideran fraude como una columna, o el caso en el que no exista esta variable.</a:t>
            </a:r>
            <a:endParaRPr lang="es-CO" sz="2000" noProof="0" dirty="0"/>
          </a:p>
        </p:txBody>
      </p:sp>
    </p:spTree>
    <p:extLst>
      <p:ext uri="{BB962C8B-B14F-4D97-AF65-F5344CB8AC3E}">
        <p14:creationId xmlns:p14="http://schemas.microsoft.com/office/powerpoint/2010/main" val="2818349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noProof="0"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0FA62304-1B5A-6E71-10DD-E93B284C2B57}"/>
              </a:ext>
            </a:extLst>
          </p:cNvPr>
          <p:cNvSpPr>
            <a:spLocks noGrp="1"/>
          </p:cNvSpPr>
          <p:nvPr>
            <p:ph type="title"/>
          </p:nvPr>
        </p:nvSpPr>
        <p:spPr>
          <a:xfrm>
            <a:off x="466722" y="586855"/>
            <a:ext cx="3201366" cy="3387497"/>
          </a:xfrm>
        </p:spPr>
        <p:txBody>
          <a:bodyPr anchor="b">
            <a:normAutofit/>
          </a:bodyPr>
          <a:lstStyle/>
          <a:p>
            <a:pPr algn="r"/>
            <a:r>
              <a:rPr lang="es-CO" sz="4000" noProof="0" dirty="0">
                <a:solidFill>
                  <a:srgbClr val="FFFFFF"/>
                </a:solidFill>
              </a:rPr>
              <a:t>Problema General</a:t>
            </a:r>
          </a:p>
        </p:txBody>
      </p:sp>
      <p:sp>
        <p:nvSpPr>
          <p:cNvPr id="3" name="Content Placeholder 2">
            <a:extLst>
              <a:ext uri="{FF2B5EF4-FFF2-40B4-BE49-F238E27FC236}">
                <a16:creationId xmlns:a16="http://schemas.microsoft.com/office/drawing/2014/main" id="{E752E41F-4E3D-60DA-20BA-719DCE9142F7}"/>
              </a:ext>
            </a:extLst>
          </p:cNvPr>
          <p:cNvSpPr>
            <a:spLocks noGrp="1"/>
          </p:cNvSpPr>
          <p:nvPr>
            <p:ph idx="1"/>
          </p:nvPr>
        </p:nvSpPr>
        <p:spPr>
          <a:xfrm>
            <a:off x="4810259" y="649480"/>
            <a:ext cx="6555347" cy="5546047"/>
          </a:xfrm>
        </p:spPr>
        <p:txBody>
          <a:bodyPr anchor="ctr">
            <a:normAutofit/>
          </a:bodyPr>
          <a:lstStyle/>
          <a:p>
            <a:r>
              <a:rPr lang="es-CO" sz="2000" noProof="0" dirty="0"/>
              <a:t>Diseñar e implementar una solución que permita entrenar un modelos:</a:t>
            </a:r>
          </a:p>
          <a:p>
            <a:pPr lvl="1"/>
            <a:r>
              <a:rPr lang="es-CO" sz="2000" noProof="0" dirty="0"/>
              <a:t>Un modelo que busca evaluar y actualizar el nivel de riesgo financiero de un cliente a lo largo del tiempo.</a:t>
            </a:r>
          </a:p>
          <a:p>
            <a:pPr lvl="1"/>
            <a:r>
              <a:rPr lang="es-CO" sz="2000" noProof="0" dirty="0"/>
              <a:t>Un modelo que identifica comportamientos transaccionales atípicos que puedan indicar un fraude, abuso o situaciones de riesgo.</a:t>
            </a:r>
          </a:p>
        </p:txBody>
      </p:sp>
    </p:spTree>
    <p:extLst>
      <p:ext uri="{BB962C8B-B14F-4D97-AF65-F5344CB8AC3E}">
        <p14:creationId xmlns:p14="http://schemas.microsoft.com/office/powerpoint/2010/main" val="3421378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6A772CDA-5520-300F-7B2A-15D70E902A50}"/>
              </a:ext>
            </a:extLst>
          </p:cNvPr>
          <p:cNvSpPr>
            <a:spLocks noGrp="1"/>
          </p:cNvSpPr>
          <p:nvPr>
            <p:ph type="title"/>
          </p:nvPr>
        </p:nvSpPr>
        <p:spPr>
          <a:xfrm>
            <a:off x="1149716" y="499397"/>
            <a:ext cx="5929422" cy="1640180"/>
          </a:xfrm>
        </p:spPr>
        <p:txBody>
          <a:bodyPr anchor="b">
            <a:normAutofit/>
          </a:bodyPr>
          <a:lstStyle/>
          <a:p>
            <a:r>
              <a:rPr lang="es-CO" sz="4000" noProof="0" dirty="0"/>
              <a:t>Fase 1: Data</a:t>
            </a:r>
          </a:p>
        </p:txBody>
      </p:sp>
      <p:sp>
        <p:nvSpPr>
          <p:cNvPr id="3" name="Content Placeholder 2">
            <a:extLst>
              <a:ext uri="{FF2B5EF4-FFF2-40B4-BE49-F238E27FC236}">
                <a16:creationId xmlns:a16="http://schemas.microsoft.com/office/drawing/2014/main" id="{FA68B109-7BFF-E9E7-D635-E1607B071569}"/>
              </a:ext>
            </a:extLst>
          </p:cNvPr>
          <p:cNvSpPr>
            <a:spLocks noGrp="1"/>
          </p:cNvSpPr>
          <p:nvPr>
            <p:ph idx="1"/>
          </p:nvPr>
        </p:nvSpPr>
        <p:spPr>
          <a:xfrm>
            <a:off x="1149717" y="2423821"/>
            <a:ext cx="5929422" cy="3519780"/>
          </a:xfrm>
        </p:spPr>
        <p:txBody>
          <a:bodyPr>
            <a:normAutofit/>
          </a:bodyPr>
          <a:lstStyle/>
          <a:p>
            <a:r>
              <a:rPr lang="es-CO" sz="2000" noProof="0" dirty="0"/>
              <a:t>Para que un modelo funcione, lo principal es que los datos estén correctos y en la forma que se requiera. Ya que contamos con diferentes fuentes de información, se requiere crear un proceso ETL. En GCP propongo usar </a:t>
            </a:r>
            <a:r>
              <a:rPr lang="es-CO" sz="2000" noProof="0" dirty="0" err="1"/>
              <a:t>BigQuery</a:t>
            </a:r>
            <a:r>
              <a:rPr lang="es-CO" sz="2000" noProof="0" dirty="0"/>
              <a:t> como data </a:t>
            </a:r>
            <a:r>
              <a:rPr lang="es-CO" sz="2000" noProof="0" dirty="0" err="1"/>
              <a:t>warehouse</a:t>
            </a:r>
            <a:r>
              <a:rPr lang="es-CO" sz="2000" noProof="0" dirty="0"/>
              <a:t> para tener este proceso de capas.</a:t>
            </a:r>
          </a:p>
        </p:txBody>
      </p:sp>
      <p:pic>
        <p:nvPicPr>
          <p:cNvPr id="9" name="Picture 8">
            <a:extLst>
              <a:ext uri="{FF2B5EF4-FFF2-40B4-BE49-F238E27FC236}">
                <a16:creationId xmlns:a16="http://schemas.microsoft.com/office/drawing/2014/main" id="{8103D6A3-906F-BFB5-AAAB-C0AD4A3FBF14}"/>
              </a:ext>
            </a:extLst>
          </p:cNvPr>
          <p:cNvPicPr>
            <a:picLocks noChangeAspect="1"/>
          </p:cNvPicPr>
          <p:nvPr/>
        </p:nvPicPr>
        <p:blipFill>
          <a:blip r:embed="rId2"/>
          <a:stretch>
            <a:fillRect/>
          </a:stretch>
        </p:blipFill>
        <p:spPr>
          <a:xfrm>
            <a:off x="7745506" y="1803729"/>
            <a:ext cx="3765176" cy="3142965"/>
          </a:xfrm>
          <a:prstGeom prst="rect">
            <a:avLst/>
          </a:prstGeom>
        </p:spPr>
      </p:pic>
      <p:sp>
        <p:nvSpPr>
          <p:cNvPr id="37" name="Rectangle 36">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38" name="Rectangle 37">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Tree>
    <p:extLst>
      <p:ext uri="{BB962C8B-B14F-4D97-AF65-F5344CB8AC3E}">
        <p14:creationId xmlns:p14="http://schemas.microsoft.com/office/powerpoint/2010/main" val="1848156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C2F93D-5971-BAC4-0555-8D24F152AC4B}"/>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s-CO" sz="3700" kern="1200" noProof="0" dirty="0">
                <a:solidFill>
                  <a:srgbClr val="FFFFFF"/>
                </a:solidFill>
                <a:latin typeface="+mj-lt"/>
                <a:ea typeface="+mj-ea"/>
                <a:cs typeface="+mj-cs"/>
              </a:rPr>
              <a:t>Fase 2: Modelado</a:t>
            </a:r>
            <a:br>
              <a:rPr lang="es-CO" sz="3700" kern="1200" noProof="0" dirty="0">
                <a:solidFill>
                  <a:srgbClr val="FFFFFF"/>
                </a:solidFill>
                <a:latin typeface="+mj-lt"/>
                <a:ea typeface="+mj-ea"/>
                <a:cs typeface="+mj-cs"/>
              </a:rPr>
            </a:br>
            <a:r>
              <a:rPr lang="es-CO" sz="2400" kern="1200" noProof="0" dirty="0">
                <a:solidFill>
                  <a:srgbClr val="FFFFFF"/>
                </a:solidFill>
                <a:latin typeface="+mj-lt"/>
                <a:ea typeface="+mj-ea"/>
                <a:cs typeface="+mj-cs"/>
              </a:rPr>
              <a:t>Entrenamiento</a:t>
            </a:r>
            <a:endParaRPr lang="es-CO" sz="3700" kern="1200" noProof="0" dirty="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9FBCD2E9-E3D8-4BC9-BFCA-B7307A781FE2}"/>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es-CO" sz="2000" noProof="0"/>
              <a:t>En la fase de entrenamiento buscamos comparar diferentes modelos para determinar cuál se ajusta más a los datos y explica de mejor manera el fenómeno que estamos estudiando.</a:t>
            </a:r>
          </a:p>
          <a:p>
            <a:r>
              <a:rPr lang="es-CO" sz="2000" noProof="0"/>
              <a:t>Para estos modelos que deseamos entrenar, hay dos tipos de metodologías que se pueden implementar, y posterior a estos, se utilizarán métricas que nos permitan compararlos.</a:t>
            </a:r>
          </a:p>
        </p:txBody>
      </p:sp>
    </p:spTree>
    <p:extLst>
      <p:ext uri="{BB962C8B-B14F-4D97-AF65-F5344CB8AC3E}">
        <p14:creationId xmlns:p14="http://schemas.microsoft.com/office/powerpoint/2010/main" val="2777029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8E12EA-4EB9-6EE2-C648-B81F81CD0C3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830B953C-2CD7-132E-7847-D4AD1F513CC9}"/>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s-CO" sz="4000" kern="1200" noProof="0" dirty="0">
                <a:solidFill>
                  <a:srgbClr val="FFFFFF"/>
                </a:solidFill>
                <a:latin typeface="+mj-lt"/>
                <a:ea typeface="+mj-ea"/>
                <a:cs typeface="+mj-cs"/>
              </a:rPr>
              <a:t>Fase 2: Modelado</a:t>
            </a:r>
            <a:br>
              <a:rPr lang="es-CO" sz="4000" kern="1200" noProof="0" dirty="0">
                <a:solidFill>
                  <a:srgbClr val="FFFFFF"/>
                </a:solidFill>
                <a:latin typeface="+mj-lt"/>
                <a:ea typeface="+mj-ea"/>
                <a:cs typeface="+mj-cs"/>
              </a:rPr>
            </a:br>
            <a:r>
              <a:rPr lang="es-CO" sz="4000" kern="1200" noProof="0" dirty="0">
                <a:solidFill>
                  <a:srgbClr val="FFFFFF"/>
                </a:solidFill>
                <a:latin typeface="+mj-lt"/>
                <a:ea typeface="+mj-ea"/>
                <a:cs typeface="+mj-cs"/>
              </a:rPr>
              <a:t>Entrenamiento</a:t>
            </a:r>
          </a:p>
        </p:txBody>
      </p:sp>
      <p:graphicFrame>
        <p:nvGraphicFramePr>
          <p:cNvPr id="7" name="Content Placeholder 2">
            <a:extLst>
              <a:ext uri="{FF2B5EF4-FFF2-40B4-BE49-F238E27FC236}">
                <a16:creationId xmlns:a16="http://schemas.microsoft.com/office/drawing/2014/main" id="{EB491CD1-5F15-F8D8-6C1F-B07EBE5D0083}"/>
              </a:ext>
            </a:extLst>
          </p:cNvPr>
          <p:cNvGraphicFramePr/>
          <p:nvPr>
            <p:extLst>
              <p:ext uri="{D42A27DB-BD31-4B8C-83A1-F6EECF244321}">
                <p14:modId xmlns:p14="http://schemas.microsoft.com/office/powerpoint/2010/main" val="2921422624"/>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0057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grpSp>
        <p:nvGrpSpPr>
          <p:cNvPr id="14"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6"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4" name="Title 1">
            <a:extLst>
              <a:ext uri="{FF2B5EF4-FFF2-40B4-BE49-F238E27FC236}">
                <a16:creationId xmlns:a16="http://schemas.microsoft.com/office/drawing/2014/main" id="{E9DCFC57-813F-3350-05CC-1031804F1A49}"/>
              </a:ext>
            </a:extLst>
          </p:cNvPr>
          <p:cNvSpPr>
            <a:spLocks noGrp="1"/>
          </p:cNvSpPr>
          <p:nvPr>
            <p:ph type="title"/>
          </p:nvPr>
        </p:nvSpPr>
        <p:spPr>
          <a:xfrm>
            <a:off x="1043631" y="809898"/>
            <a:ext cx="10173010" cy="1554480"/>
          </a:xfrm>
        </p:spPr>
        <p:txBody>
          <a:bodyPr anchor="ctr">
            <a:normAutofit/>
          </a:bodyPr>
          <a:lstStyle/>
          <a:p>
            <a:r>
              <a:rPr lang="es-CO" sz="4800" noProof="0" dirty="0"/>
              <a:t>Fase 2: Modelado</a:t>
            </a:r>
            <a:br>
              <a:rPr lang="es-CO" sz="4800" noProof="0" dirty="0"/>
            </a:br>
            <a:r>
              <a:rPr lang="es-CO" sz="4000" noProof="0" dirty="0"/>
              <a:t>Validación/Test</a:t>
            </a:r>
            <a:endParaRPr lang="es-CO" sz="4800" noProof="0" dirty="0"/>
          </a:p>
        </p:txBody>
      </p:sp>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6B24056E-435B-801F-E899-E0EAFB6ED4E4}"/>
              </a:ext>
            </a:extLst>
          </p:cNvPr>
          <p:cNvGraphicFramePr>
            <a:graphicFrameLocks noGrp="1"/>
          </p:cNvGraphicFramePr>
          <p:nvPr>
            <p:ph idx="1"/>
            <p:extLst>
              <p:ext uri="{D42A27DB-BD31-4B8C-83A1-F6EECF244321}">
                <p14:modId xmlns:p14="http://schemas.microsoft.com/office/powerpoint/2010/main" val="353176300"/>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7578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A4B272-3F94-75D6-1CFC-0B6E7FD4A054}"/>
              </a:ext>
            </a:extLst>
          </p:cNvPr>
          <p:cNvSpPr>
            <a:spLocks noGrp="1"/>
          </p:cNvSpPr>
          <p:nvPr>
            <p:ph type="title"/>
          </p:nvPr>
        </p:nvSpPr>
        <p:spPr>
          <a:xfrm>
            <a:off x="466722" y="586855"/>
            <a:ext cx="3201366" cy="3387497"/>
          </a:xfrm>
        </p:spPr>
        <p:txBody>
          <a:bodyPr anchor="b">
            <a:normAutofit/>
          </a:bodyPr>
          <a:lstStyle/>
          <a:p>
            <a:pPr algn="r"/>
            <a:r>
              <a:rPr lang="es-CO" sz="4000" dirty="0">
                <a:solidFill>
                  <a:srgbClr val="FFFFFF"/>
                </a:solidFill>
              </a:rPr>
              <a:t>Fase 2: Modelado</a:t>
            </a:r>
            <a:br>
              <a:rPr lang="es-CO" sz="4000" dirty="0">
                <a:solidFill>
                  <a:srgbClr val="FFFFFF"/>
                </a:solidFill>
              </a:rPr>
            </a:br>
            <a:r>
              <a:rPr lang="es-CO" sz="2800" dirty="0">
                <a:solidFill>
                  <a:srgbClr val="FFFFFF"/>
                </a:solidFill>
              </a:rPr>
              <a:t>Métricas</a:t>
            </a:r>
            <a:endParaRPr lang="es-CO" sz="4000" dirty="0">
              <a:solidFill>
                <a:srgbClr val="FFFFFF"/>
              </a:solidFill>
            </a:endParaRPr>
          </a:p>
        </p:txBody>
      </p:sp>
      <p:sp>
        <p:nvSpPr>
          <p:cNvPr id="3" name="Content Placeholder 2">
            <a:extLst>
              <a:ext uri="{FF2B5EF4-FFF2-40B4-BE49-F238E27FC236}">
                <a16:creationId xmlns:a16="http://schemas.microsoft.com/office/drawing/2014/main" id="{CCFA8DE1-FADC-5335-4C9B-E343A59E0E00}"/>
              </a:ext>
            </a:extLst>
          </p:cNvPr>
          <p:cNvSpPr>
            <a:spLocks noGrp="1"/>
          </p:cNvSpPr>
          <p:nvPr>
            <p:ph idx="1"/>
          </p:nvPr>
        </p:nvSpPr>
        <p:spPr>
          <a:xfrm>
            <a:off x="4810259" y="649480"/>
            <a:ext cx="6555347" cy="5546047"/>
          </a:xfrm>
        </p:spPr>
        <p:txBody>
          <a:bodyPr anchor="ctr">
            <a:normAutofit/>
          </a:bodyPr>
          <a:lstStyle/>
          <a:p>
            <a:r>
              <a:rPr lang="es-CO" sz="2000"/>
              <a:t>Para los casos en los cuales se utilicen algoritmos de aprendizaje supervisado, se implementarán métricas como el Error Cuadrático Medio o Error Absoluto medio, y en caso de que sea por categorización, se implementarán métricas como Precisión, Accuracy, Recall, F1-Score, Matriz de confusión, entre otros.</a:t>
            </a:r>
          </a:p>
          <a:p>
            <a:r>
              <a:rPr lang="es-CO" sz="2000"/>
              <a:t>Para los casos de aprendizaje no supervisado implementaremos índices como como el de Silhouette o Davies-Boundin.</a:t>
            </a:r>
          </a:p>
        </p:txBody>
      </p:sp>
    </p:spTree>
    <p:extLst>
      <p:ext uri="{BB962C8B-B14F-4D97-AF65-F5344CB8AC3E}">
        <p14:creationId xmlns:p14="http://schemas.microsoft.com/office/powerpoint/2010/main" val="2497093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noProof="0"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25197EC3-29FA-6679-9F1B-7E8A12C7E330}"/>
              </a:ext>
            </a:extLst>
          </p:cNvPr>
          <p:cNvSpPr>
            <a:spLocks noGrp="1"/>
          </p:cNvSpPr>
          <p:nvPr>
            <p:ph type="title"/>
          </p:nvPr>
        </p:nvSpPr>
        <p:spPr>
          <a:xfrm>
            <a:off x="466722" y="586855"/>
            <a:ext cx="3201366" cy="3387497"/>
          </a:xfrm>
        </p:spPr>
        <p:txBody>
          <a:bodyPr anchor="b">
            <a:normAutofit/>
          </a:bodyPr>
          <a:lstStyle/>
          <a:p>
            <a:pPr algn="r"/>
            <a:r>
              <a:rPr lang="es-CO" sz="4000" noProof="0" dirty="0">
                <a:solidFill>
                  <a:srgbClr val="FFFFFF"/>
                </a:solidFill>
              </a:rPr>
              <a:t>Fase 3: Despliegue</a:t>
            </a:r>
          </a:p>
        </p:txBody>
      </p:sp>
      <p:sp>
        <p:nvSpPr>
          <p:cNvPr id="3" name="Content Placeholder 2">
            <a:extLst>
              <a:ext uri="{FF2B5EF4-FFF2-40B4-BE49-F238E27FC236}">
                <a16:creationId xmlns:a16="http://schemas.microsoft.com/office/drawing/2014/main" id="{8DEBB5C7-ABC3-8680-D3DD-67E22E5C9C16}"/>
              </a:ext>
            </a:extLst>
          </p:cNvPr>
          <p:cNvSpPr>
            <a:spLocks noGrp="1"/>
          </p:cNvSpPr>
          <p:nvPr>
            <p:ph idx="1"/>
          </p:nvPr>
        </p:nvSpPr>
        <p:spPr>
          <a:xfrm>
            <a:off x="4810259" y="649480"/>
            <a:ext cx="6555347" cy="5546047"/>
          </a:xfrm>
        </p:spPr>
        <p:txBody>
          <a:bodyPr anchor="ctr">
            <a:normAutofit/>
          </a:bodyPr>
          <a:lstStyle/>
          <a:p>
            <a:r>
              <a:rPr lang="es-CO" sz="2000" noProof="0" dirty="0"/>
              <a:t>Cuando ya se tengan definidos los modelos, se guardan y se despliegan dentro de la nube, para este caso hay dos posibilidades:</a:t>
            </a:r>
          </a:p>
          <a:p>
            <a:pPr lvl="1"/>
            <a:r>
              <a:rPr lang="es-CO" sz="2000" noProof="0" dirty="0"/>
              <a:t>Como Despliegue de Modelos Personalizado donde creamos todo el proceso nosotros mismos.</a:t>
            </a:r>
          </a:p>
          <a:p>
            <a:pPr lvl="1"/>
            <a:r>
              <a:rPr lang="es-CO" sz="2000" noProof="0" dirty="0"/>
              <a:t>Como Despliegue Administrado de Modelos, donde </a:t>
            </a:r>
            <a:r>
              <a:rPr lang="es-CO" sz="2000" noProof="0" dirty="0" err="1"/>
              <a:t>Vertex</a:t>
            </a:r>
            <a:r>
              <a:rPr lang="es-CO" sz="2000" noProof="0" dirty="0"/>
              <a:t> AI se encarga de la infraestructura.</a:t>
            </a:r>
          </a:p>
        </p:txBody>
      </p:sp>
    </p:spTree>
    <p:extLst>
      <p:ext uri="{BB962C8B-B14F-4D97-AF65-F5344CB8AC3E}">
        <p14:creationId xmlns:p14="http://schemas.microsoft.com/office/powerpoint/2010/main" val="1482247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noProof="0"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A6C4D702-C5DD-0E52-8D48-390A82B7CB17}"/>
              </a:ext>
            </a:extLst>
          </p:cNvPr>
          <p:cNvSpPr>
            <a:spLocks noGrp="1"/>
          </p:cNvSpPr>
          <p:nvPr>
            <p:ph type="title"/>
          </p:nvPr>
        </p:nvSpPr>
        <p:spPr>
          <a:xfrm>
            <a:off x="466722" y="586855"/>
            <a:ext cx="3201366" cy="3387497"/>
          </a:xfrm>
        </p:spPr>
        <p:txBody>
          <a:bodyPr anchor="b">
            <a:normAutofit/>
          </a:bodyPr>
          <a:lstStyle/>
          <a:p>
            <a:pPr algn="r"/>
            <a:r>
              <a:rPr lang="es-CO" sz="4000" noProof="0" dirty="0">
                <a:solidFill>
                  <a:srgbClr val="FFFFFF"/>
                </a:solidFill>
              </a:rPr>
              <a:t>Fase 4: Monitoreo</a:t>
            </a:r>
          </a:p>
        </p:txBody>
      </p:sp>
      <p:sp>
        <p:nvSpPr>
          <p:cNvPr id="3" name="Content Placeholder 2">
            <a:extLst>
              <a:ext uri="{FF2B5EF4-FFF2-40B4-BE49-F238E27FC236}">
                <a16:creationId xmlns:a16="http://schemas.microsoft.com/office/drawing/2014/main" id="{C058BFE8-85EB-5663-27E0-AC732B617731}"/>
              </a:ext>
            </a:extLst>
          </p:cNvPr>
          <p:cNvSpPr>
            <a:spLocks noGrp="1"/>
          </p:cNvSpPr>
          <p:nvPr>
            <p:ph idx="1"/>
          </p:nvPr>
        </p:nvSpPr>
        <p:spPr>
          <a:xfrm>
            <a:off x="4810259" y="649480"/>
            <a:ext cx="6555347" cy="5546047"/>
          </a:xfrm>
        </p:spPr>
        <p:txBody>
          <a:bodyPr anchor="ctr">
            <a:normAutofit/>
          </a:bodyPr>
          <a:lstStyle/>
          <a:p>
            <a:r>
              <a:rPr lang="es-CO" sz="2000" noProof="0" dirty="0"/>
              <a:t>Para evitar que los modelos se degraden, se implementan diferentes metodologías teniendo en consideración tanto el modelo como los datos:</a:t>
            </a:r>
          </a:p>
          <a:p>
            <a:pPr lvl="1"/>
            <a:r>
              <a:rPr lang="es-CO" sz="2000" noProof="0" dirty="0"/>
              <a:t>Se agregarán pruebas donde se compruebe que la distribución de los datos no ha cambiado o que la relación entre ellos no ha variado.</a:t>
            </a:r>
          </a:p>
          <a:p>
            <a:pPr lvl="1"/>
            <a:r>
              <a:rPr lang="es-CO" sz="2000" noProof="0" dirty="0"/>
              <a:t>Con los nuevos datos en producción, se calculan las métricas de evaluación para determinar si el modelo sigue siendo correcto o si se debe ajustar.</a:t>
            </a:r>
          </a:p>
          <a:p>
            <a:pPr lvl="1"/>
            <a:r>
              <a:rPr lang="es-CO" sz="2000" noProof="0" dirty="0"/>
              <a:t>Mantener evaluaciones del pipeline para la ingesta de datos y que la estructura de la base de datos no cambie.</a:t>
            </a:r>
          </a:p>
        </p:txBody>
      </p:sp>
    </p:spTree>
    <p:extLst>
      <p:ext uri="{BB962C8B-B14F-4D97-AF65-F5344CB8AC3E}">
        <p14:creationId xmlns:p14="http://schemas.microsoft.com/office/powerpoint/2010/main" val="3700341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37C8A2AB-06EC-D107-901B-A01A18C31B99}"/>
              </a:ext>
            </a:extLst>
          </p:cNvPr>
          <p:cNvSpPr>
            <a:spLocks noGrp="1"/>
          </p:cNvSpPr>
          <p:nvPr>
            <p:ph type="title"/>
          </p:nvPr>
        </p:nvSpPr>
        <p:spPr>
          <a:xfrm>
            <a:off x="686834" y="1153572"/>
            <a:ext cx="3200400" cy="4461163"/>
          </a:xfrm>
        </p:spPr>
        <p:txBody>
          <a:bodyPr>
            <a:normAutofit/>
          </a:bodyPr>
          <a:lstStyle/>
          <a:p>
            <a:r>
              <a:rPr lang="es-CO" noProof="0" dirty="0">
                <a:solidFill>
                  <a:srgbClr val="FFFFFF"/>
                </a:solidFill>
              </a:rPr>
              <a:t>Propuesta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noProof="0" dirty="0"/>
          </a:p>
        </p:txBody>
      </p:sp>
      <p:sp>
        <p:nvSpPr>
          <p:cNvPr id="3" name="Content Placeholder 2">
            <a:extLst>
              <a:ext uri="{FF2B5EF4-FFF2-40B4-BE49-F238E27FC236}">
                <a16:creationId xmlns:a16="http://schemas.microsoft.com/office/drawing/2014/main" id="{809B220F-0B09-CFB1-B381-9295D00BDB7E}"/>
              </a:ext>
            </a:extLst>
          </p:cNvPr>
          <p:cNvSpPr>
            <a:spLocks noGrp="1"/>
          </p:cNvSpPr>
          <p:nvPr>
            <p:ph idx="1"/>
          </p:nvPr>
        </p:nvSpPr>
        <p:spPr>
          <a:xfrm>
            <a:off x="4447308" y="591344"/>
            <a:ext cx="6906491" cy="5585619"/>
          </a:xfrm>
        </p:spPr>
        <p:txBody>
          <a:bodyPr anchor="ctr">
            <a:normAutofit/>
          </a:bodyPr>
          <a:lstStyle/>
          <a:p>
            <a:r>
              <a:rPr lang="es-CO" sz="2000" noProof="0" dirty="0"/>
              <a:t>La propuesta para la creación, implementación y despliegue de los modelos se presenta a continuación.</a:t>
            </a:r>
          </a:p>
          <a:p>
            <a:pPr marL="514350" indent="-514350">
              <a:buFont typeface="+mj-lt"/>
              <a:buAutoNum type="arabicPeriod"/>
            </a:pPr>
            <a:r>
              <a:rPr lang="es-CO" sz="2000" noProof="0" dirty="0"/>
              <a:t>Proceso ETL (Opcional: 1 a 2 semanas): Aquí la idea es evaluar la calidad de los datos, las transformaciones necesarias, la limpieza y el almacenaje de estos datos.</a:t>
            </a:r>
          </a:p>
          <a:p>
            <a:pPr marL="514350" indent="-514350">
              <a:buFont typeface="+mj-lt"/>
              <a:buAutoNum type="arabicPeriod"/>
            </a:pPr>
            <a:r>
              <a:rPr lang="es-CO" sz="2000" noProof="0" dirty="0"/>
              <a:t>Modelado (1 semana): Aquí se realizará la prueba con los distintos modelos que puedan ser útiles, determinar cuáles podrían ser los mejores, y realizar </a:t>
            </a:r>
            <a:r>
              <a:rPr lang="es-CO" sz="2000" noProof="0" dirty="0" err="1"/>
              <a:t>tests</a:t>
            </a:r>
            <a:r>
              <a:rPr lang="es-CO" sz="2000" noProof="0" dirty="0"/>
              <a:t> para comprobar que funcionen correctamente.</a:t>
            </a:r>
          </a:p>
          <a:p>
            <a:pPr marL="514350" indent="-514350">
              <a:buFont typeface="+mj-lt"/>
              <a:buAutoNum type="arabicPeriod"/>
            </a:pPr>
            <a:r>
              <a:rPr lang="es-CO" sz="2000" noProof="0" dirty="0"/>
              <a:t>Despliegue (1 semana): Acorde a la necesidad del equipo, se determina cuál es el mejor tipo de despliegue y se incluyen </a:t>
            </a:r>
            <a:r>
              <a:rPr lang="es-CO" sz="2000" noProof="0" dirty="0" err="1"/>
              <a:t>tests</a:t>
            </a:r>
            <a:r>
              <a:rPr lang="es-CO" sz="2000" noProof="0" dirty="0"/>
              <a:t> de estos para corregir posibles problemas.</a:t>
            </a:r>
          </a:p>
          <a:p>
            <a:pPr marL="514350" indent="-514350">
              <a:buFont typeface="+mj-lt"/>
              <a:buAutoNum type="arabicPeriod"/>
            </a:pPr>
            <a:r>
              <a:rPr lang="es-CO" sz="2000" noProof="0" dirty="0"/>
              <a:t>Monitoreo (Diario): Diariamente se revisarán las diferentes pruebas para evitar que los modelos se degraden. Se revisará también la calidad de la data y que el proceso de ingesta funcione correctamente.</a:t>
            </a:r>
          </a:p>
        </p:txBody>
      </p:sp>
    </p:spTree>
    <p:extLst>
      <p:ext uri="{BB962C8B-B14F-4D97-AF65-F5344CB8AC3E}">
        <p14:creationId xmlns:p14="http://schemas.microsoft.com/office/powerpoint/2010/main" val="3914695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858</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Evolución Bancaria de la Plataforma de Analítica</vt:lpstr>
      <vt:lpstr>Presentación</vt:lpstr>
      <vt:lpstr>Supuestos</vt:lpstr>
      <vt:lpstr>Problema General</vt:lpstr>
      <vt:lpstr>Fase 1: Data</vt:lpstr>
      <vt:lpstr>Fase 2: Modelado Entrenamiento</vt:lpstr>
      <vt:lpstr>Fase 2: Modelado Entrenamiento</vt:lpstr>
      <vt:lpstr>Fase 2: Modelado Validación/Test</vt:lpstr>
      <vt:lpstr>Fase 2: Modelado Métricas</vt:lpstr>
      <vt:lpstr>Fase 3: Despliegue</vt:lpstr>
      <vt:lpstr>Fase 4: Monitoreo</vt:lpstr>
      <vt:lpstr>Propuesta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Alejandro Gonzalez Salamanca</dc:creator>
  <cp:lastModifiedBy>Daniel Alejandro Gonzalez Salamanca</cp:lastModifiedBy>
  <cp:revision>1</cp:revision>
  <dcterms:created xsi:type="dcterms:W3CDTF">2026-10-29T17:42:41Z</dcterms:created>
  <dcterms:modified xsi:type="dcterms:W3CDTF">2026-10-29T18:59:51Z</dcterms:modified>
</cp:coreProperties>
</file>